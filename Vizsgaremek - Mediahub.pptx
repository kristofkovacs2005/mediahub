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59" r:id="rId6"/>
    <p:sldId id="269" r:id="rId7"/>
    <p:sldId id="260" r:id="rId8"/>
    <p:sldId id="261" r:id="rId9"/>
    <p:sldId id="270" r:id="rId10"/>
    <p:sldId id="27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3C052-CB27-4028-A25A-4D5F289868E8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D5D83-4896-4785-8916-7DB3EED2881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139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7D0F-CEDF-479B-AB11-379532A92D60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35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1E79-937B-44CB-83F8-6720CEB95519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829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BD57-9C92-4A95-B0A6-3D2A47F51872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01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51C72-DD6C-4D4F-8D03-4644276DCD7D}" type="datetime1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144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ECA09-8751-4804-9208-8C466819B8F3}" type="datetime1">
              <a:rPr lang="hu-HU" smtClean="0"/>
              <a:t>2026. 04. 16.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74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9650-267E-4904-A04E-318A12A4E25F}" type="datetime1">
              <a:rPr lang="hu-HU" smtClean="0"/>
              <a:t>2026. 04. 16.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446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30FA0-4080-443F-BE69-875E754EBDBF}" type="datetime1">
              <a:rPr lang="hu-HU" smtClean="0"/>
              <a:t>2026. 04. 16.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977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4B5EC02-9EAC-4D31-B98B-1C226914C26D}" type="datetime1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969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C3778-5136-4DF1-A670-856DC4BFD511}" type="datetime1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5528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744B-D1E8-4607-ABE5-FB5989CEE3C6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574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CE5B-C0C6-439B-9A19-0734074473B8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83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5BD114-17AA-4884-82B0-88FBE7BF7E27}" type="datetime1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44FD88-FB79-4B01-A96D-DDA513F5DE89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45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49E441-645E-458D-B50C-4F9BE7C9B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7200">
                <a:latin typeface="Times New Roman" panose="02020603050405020304" pitchFamily="18" charset="0"/>
                <a:cs typeface="Times New Roman" panose="02020603050405020304" pitchFamily="18" charset="0"/>
              </a:rPr>
              <a:t>Vizsgaremek - Mediahub</a:t>
            </a:r>
            <a:endParaRPr lang="hu-H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BC4E2D0-1598-4790-BC4A-3C9AFFCB1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643428"/>
          </a:xfrm>
        </p:spPr>
        <p:txBody>
          <a:bodyPr>
            <a:normAutofit lnSpcReduction="1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Konzulensek: Dorogházi Donát, Gombos Szabolcs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Tagok: Lóránt Márton, Kovács Kristóf</a:t>
            </a:r>
          </a:p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bmszc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bolyai János műszaki technikum és kollégium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91947A-AE54-4945-95ED-4B3A26A9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1</a:t>
            </a:fld>
            <a:r>
              <a:rPr lang="hu-HU" sz="2000" dirty="0"/>
              <a:t>/11</a:t>
            </a:r>
          </a:p>
        </p:txBody>
      </p:sp>
      <p:pic>
        <p:nvPicPr>
          <p:cNvPr id="1026" name="Picture 2" descr="https://bolyai-bp.edu.hu/wp-content/uploads/2021/12/bolyai_logo_technikum_vektoros.png">
            <a:extLst>
              <a:ext uri="{FF2B5EF4-FFF2-40B4-BE49-F238E27FC236}">
                <a16:creationId xmlns:a16="http://schemas.microsoft.com/office/drawing/2014/main" id="{F7235305-FC19-4183-BD61-EB5D332A2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47" y="5277334"/>
            <a:ext cx="944833" cy="93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409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A211AF-0F31-42ED-85DC-F475EFB0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Bevezetés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DEA170-EFCD-400D-BF22-700C61AFF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Probléma: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kisebb könyvtárak, könyvesboltok és multimédiaboltok digitális elérésének hiánya.</a:t>
            </a:r>
          </a:p>
          <a:p>
            <a:pPr marL="201168" lvl="1" indent="0">
              <a:buNone/>
            </a:pP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690182-5239-40F4-B4A0-5717E8C4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2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03738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0C5D4E-4A08-4C89-B934-0742DA31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Munkamegosztás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53C302-C1B7-4ACF-A34E-F3C55D242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Frontend: Lóránt Márton</a:t>
            </a:r>
          </a:p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Backend, adatbázis: Kovács Kristóf</a:t>
            </a:r>
          </a:p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Tesztelés:</a:t>
            </a:r>
          </a:p>
          <a:p>
            <a:pPr lvl="1"/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Frontend: Lóránt Márton</a:t>
            </a:r>
          </a:p>
          <a:p>
            <a:pPr lvl="1"/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Backend: Kovács Kristóf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66189B-5324-434F-9225-ED8B24C4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3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44637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6A1B18-3F02-4F37-B706-66753742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Frontend tervezés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79FD1C-F380-4CCC-AB29-A2348199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Technológia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React.js,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CSS, JavaScript,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Cypress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Docker,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Chart.JS</a:t>
            </a:r>
          </a:p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C7B35AC-401D-4E50-822F-C7C0D445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4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58908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0062F5-E465-40DB-86CC-F0A4991E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Backend tervezés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BA76F5-83C5-4D53-A31F-563A4745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5</a:t>
            </a:fld>
            <a:r>
              <a:rPr lang="hu-HU" sz="2000" dirty="0"/>
              <a:t>/11</a:t>
            </a:r>
          </a:p>
        </p:txBody>
      </p:sp>
      <p:pic>
        <p:nvPicPr>
          <p:cNvPr id="4" name="Tartalom helye 4">
            <a:extLst>
              <a:ext uri="{FF2B5EF4-FFF2-40B4-BE49-F238E27FC236}">
                <a16:creationId xmlns:a16="http://schemas.microsoft.com/office/drawing/2014/main" id="{4DCC093D-93FA-252E-CFF6-7E74201B8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20239"/>
            <a:ext cx="6977058" cy="402272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7EA4736-C0BC-0BD7-C362-264F39BBA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765" y="568959"/>
            <a:ext cx="2826763" cy="555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17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937617-0EEA-49E9-9739-9908D3BD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Kommunikáció és technológiák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8FAFD7-A0EE-4272-8CA6-CE3A4A9D1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Kommunikációs technológiák: Microsoft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Discord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Szoftverek: Visual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XAMPP, GitHub, Postman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5604C9-0C5F-4077-A986-49F6027A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6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0201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FC3ACD-20C4-4A6B-8309-708F9C79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Frontend funkciók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BB9F6D-3D7D-4107-95E7-B155B383A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 és regisztráció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Termékek keresése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Vélemények írása és jelentése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Értékelések</a:t>
            </a:r>
          </a:p>
          <a:p>
            <a:pPr marL="201168" lvl="1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Könyvtáros: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Termékek kezelése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Kölcsönzés és annak kezelése</a:t>
            </a:r>
          </a:p>
          <a:p>
            <a:pPr marL="201168" lvl="1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Adminisztrátor: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Felhasználók kezelése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Vélemények kezelése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F688BFE-C193-4FD2-8F80-1EBEEC16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hu-HU" sz="2000" dirty="0"/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77169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1C1428-2F34-450A-AD72-8821F6C34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Backend funkciók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F9ADAB-AB5E-44D4-AA3C-A591909E9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Eltárolja az összes releváns adatokat és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validálja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azokat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Kezeli a kölcsönzés dátumait és frissíti ez alapján az adatbázist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Kezeli a könyvtár leltárját a  kölcsönzéseket figyelembe véve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Lehetővé teszi a dinamikus böngészést több paraméter alapján</a:t>
            </a:r>
          </a:p>
          <a:p>
            <a:endParaRPr lang="hu-HU" dirty="0"/>
          </a:p>
          <a:p>
            <a:endParaRPr lang="hu-HU" dirty="0"/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936A1E-CCAA-4A40-83FD-55EF554A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8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82731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65778B-9D27-4B01-84F6-3444E91F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08CE5A-4348-42F9-9B1E-B39DD46CC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keresés és böngészés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vélemény írás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kölcsönzés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vélemény bejelentés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kölcsönzés és vélemény kezelés</a:t>
            </a:r>
          </a:p>
          <a:p>
            <a:pPr marL="0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017224-D18B-4405-882C-E318BCD1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9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153495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116119-E4EB-426C-895D-61CB516F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Összegzés és kitekintés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5B8120-5F93-418B-9EFC-A3E121940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Továbbfejlesztési lehetőségek: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 kezelés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Kívánság lista vagy „kedvencek” egy felhasználónak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Ajánlások előző kölcsönzések alapján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563A050-6BD6-4919-9F4A-61F0E692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10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25410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974507-2F8F-4745-B2E2-799827446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248BAF2-7751-46B2-BB65-618997B3E3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Várjuk </a:t>
            </a:r>
            <a:r>
              <a:rPr lang="hu-HU">
                <a:latin typeface="Times New Roman" panose="02020603050405020304" pitchFamily="18" charset="0"/>
                <a:cs typeface="Times New Roman" panose="02020603050405020304" pitchFamily="18" charset="0"/>
              </a:rPr>
              <a:t>a kérdéseket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59F13AE-A2C5-4971-A658-103C7E511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FD88-FB79-4B01-A96D-DDA513F5DE89}" type="slidenum">
              <a:rPr lang="hu-HU" sz="2000" smtClean="0"/>
              <a:t>11</a:t>
            </a:fld>
            <a:r>
              <a:rPr lang="hu-HU" sz="200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094931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</TotalTime>
  <Words>226</Words>
  <Application>Microsoft Office PowerPoint</Application>
  <PresentationFormat>Szélesvásznú</PresentationFormat>
  <Paragraphs>63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Courier New</vt:lpstr>
      <vt:lpstr>Times New Roman</vt:lpstr>
      <vt:lpstr>Retrospektív</vt:lpstr>
      <vt:lpstr>Vizsgaremek - Mediahub</vt:lpstr>
      <vt:lpstr>Bevezetés</vt:lpstr>
      <vt:lpstr>Munkamegosztás</vt:lpstr>
      <vt:lpstr>Frontend tervezés</vt:lpstr>
      <vt:lpstr>Backend tervezés</vt:lpstr>
      <vt:lpstr>Kommunikáció és technológiák</vt:lpstr>
      <vt:lpstr>Frontend funkciók</vt:lpstr>
      <vt:lpstr>Backend funkciók</vt:lpstr>
      <vt:lpstr>DEMO</vt:lpstr>
      <vt:lpstr>Összegzés és kitekintés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Vizsgaremek</dc:title>
  <dc:creator>Lorant Marton</dc:creator>
  <cp:lastModifiedBy>Kristóf Kovács</cp:lastModifiedBy>
  <cp:revision>9</cp:revision>
  <dcterms:created xsi:type="dcterms:W3CDTF">2026-04-16T06:39:39Z</dcterms:created>
  <dcterms:modified xsi:type="dcterms:W3CDTF">2026-04-16T21:00:52Z</dcterms:modified>
</cp:coreProperties>
</file>