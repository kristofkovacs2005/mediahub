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68" r:id="rId3"/>
    <p:sldId id="257" r:id="rId4"/>
    <p:sldId id="258" r:id="rId5"/>
    <p:sldId id="259" r:id="rId6"/>
    <p:sldId id="269" r:id="rId7"/>
    <p:sldId id="260" r:id="rId8"/>
    <p:sldId id="261" r:id="rId9"/>
    <p:sldId id="270" r:id="rId10"/>
    <p:sldId id="271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06A5C4-4AE4-4E11-926F-CBEF624CA5A3}" v="461" dt="2026-04-16T22:42:01.460"/>
    <p1510:client id="{AA720138-E68B-40D6-B653-E279C41F116A}" v="13" dt="2026-04-16T22:02:27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óránt Márton" userId="S::lorant.marton_2021d@bolyai-szakkozep.hu::b174f32f-8274-4b2f-9d36-85f542f97edc" providerId="AD" clId="Web-{2906A5C4-4AE4-4E11-926F-CBEF624CA5A3}"/>
    <pc:docChg chg="modSld">
      <pc:chgData name="Lóránt Márton" userId="S::lorant.marton_2021d@bolyai-szakkozep.hu::b174f32f-8274-4b2f-9d36-85f542f97edc" providerId="AD" clId="Web-{2906A5C4-4AE4-4E11-926F-CBEF624CA5A3}" dt="2026-04-16T22:42:01.460" v="481" actId="20577"/>
      <pc:docMkLst>
        <pc:docMk/>
      </pc:docMkLst>
      <pc:sldChg chg="modSp">
        <pc:chgData name="Lóránt Márton" userId="S::lorant.marton_2021d@bolyai-szakkozep.hu::b174f32f-8274-4b2f-9d36-85f542f97edc" providerId="AD" clId="Web-{2906A5C4-4AE4-4E11-926F-CBEF624CA5A3}" dt="2026-04-16T22:32:08.865" v="355" actId="20577"/>
        <pc:sldMkLst>
          <pc:docMk/>
          <pc:sldMk cId="3166409314" sldId="256"/>
        </pc:sldMkLst>
        <pc:spChg chg="mod">
          <ac:chgData name="Lóránt Márton" userId="S::lorant.marton_2021d@bolyai-szakkozep.hu::b174f32f-8274-4b2f-9d36-85f542f97edc" providerId="AD" clId="Web-{2906A5C4-4AE4-4E11-926F-CBEF624CA5A3}" dt="2026-04-16T22:32:08.865" v="355" actId="20577"/>
          <ac:spMkLst>
            <pc:docMk/>
            <pc:sldMk cId="3166409314" sldId="256"/>
            <ac:spMk id="3" creationId="{2BC4E2D0-1598-4790-BC4A-3C9AFFCB142F}"/>
          </ac:spMkLst>
        </pc:spChg>
      </pc:sldChg>
      <pc:sldChg chg="addSp modSp mod modClrScheme chgLayout">
        <pc:chgData name="Lóránt Márton" userId="S::lorant.marton_2021d@bolyai-szakkozep.hu::b174f32f-8274-4b2f-9d36-85f542f97edc" providerId="AD" clId="Web-{2906A5C4-4AE4-4E11-926F-CBEF624CA5A3}" dt="2026-04-16T22:40:56.068" v="472" actId="20577"/>
        <pc:sldMkLst>
          <pc:docMk/>
          <pc:sldMk cId="3844637634" sldId="257"/>
        </pc:sldMkLst>
        <pc:spChg chg="mod ord">
          <ac:chgData name="Lóránt Márton" userId="S::lorant.marton_2021d@bolyai-szakkozep.hu::b174f32f-8274-4b2f-9d36-85f542f97edc" providerId="AD" clId="Web-{2906A5C4-4AE4-4E11-926F-CBEF624CA5A3}" dt="2026-04-16T22:35:22.694" v="368"/>
          <ac:spMkLst>
            <pc:docMk/>
            <pc:sldMk cId="3844637634" sldId="257"/>
            <ac:spMk id="2" creationId="{8D0C5D4E-4A08-4C89-B934-0742DA31B71B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40:56.068" v="472" actId="20577"/>
          <ac:spMkLst>
            <pc:docMk/>
            <pc:sldMk cId="3844637634" sldId="257"/>
            <ac:spMk id="3" creationId="{9C53C302-C1B7-4ACF-A34E-F3C55D242529}"/>
          </ac:spMkLst>
        </pc:spChg>
        <pc:spChg chg="add mod ord">
          <ac:chgData name="Lóránt Márton" userId="S::lorant.marton_2021d@bolyai-szakkozep.hu::b174f32f-8274-4b2f-9d36-85f542f97edc" providerId="AD" clId="Web-{2906A5C4-4AE4-4E11-926F-CBEF624CA5A3}" dt="2026-04-16T22:40:43.864" v="470" actId="20577"/>
          <ac:spMkLst>
            <pc:docMk/>
            <pc:sldMk cId="3844637634" sldId="257"/>
            <ac:spMk id="4" creationId="{9C78F864-F66C-098D-FEE8-C68AF30F1AD5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35:22.694" v="368"/>
          <ac:spMkLst>
            <pc:docMk/>
            <pc:sldMk cId="3844637634" sldId="257"/>
            <ac:spMk id="6" creationId="{C466189B-5324-434F-9225-ED8B24C438C5}"/>
          </ac:spMkLst>
        </pc:spChg>
      </pc:sldChg>
      <pc:sldChg chg="addSp delSp modSp mod setBg">
        <pc:chgData name="Lóránt Márton" userId="S::lorant.marton_2021d@bolyai-szakkozep.hu::b174f32f-8274-4b2f-9d36-85f542f97edc" providerId="AD" clId="Web-{2906A5C4-4AE4-4E11-926F-CBEF624CA5A3}" dt="2026-04-16T22:33:30.389" v="361" actId="20577"/>
        <pc:sldMkLst>
          <pc:docMk/>
          <pc:sldMk cId="1589087573" sldId="258"/>
        </pc:sldMkLst>
        <pc:spChg chg="mod">
          <ac:chgData name="Lóránt Márton" userId="S::lorant.marton_2021d@bolyai-szakkozep.hu::b174f32f-8274-4b2f-9d36-85f542f97edc" providerId="AD" clId="Web-{2906A5C4-4AE4-4E11-926F-CBEF624CA5A3}" dt="2026-04-16T22:33:23.654" v="360"/>
          <ac:spMkLst>
            <pc:docMk/>
            <pc:sldMk cId="1589087573" sldId="258"/>
            <ac:spMk id="2" creationId="{B76A1B18-3F02-4F37-B706-66753742464B}"/>
          </ac:spMkLst>
        </pc:spChg>
        <pc:spChg chg="mod">
          <ac:chgData name="Lóránt Márton" userId="S::lorant.marton_2021d@bolyai-szakkozep.hu::b174f32f-8274-4b2f-9d36-85f542f97edc" providerId="AD" clId="Web-{2906A5C4-4AE4-4E11-926F-CBEF624CA5A3}" dt="2026-04-16T22:33:30.389" v="361" actId="20577"/>
          <ac:spMkLst>
            <pc:docMk/>
            <pc:sldMk cId="1589087573" sldId="258"/>
            <ac:spMk id="3" creationId="{4979FD1C-F380-4CCC-AB29-A23481993BC8}"/>
          </ac:spMkLst>
        </pc:spChg>
        <pc:spChg chg="mod">
          <ac:chgData name="Lóránt Márton" userId="S::lorant.marton_2021d@bolyai-szakkozep.hu::b174f32f-8274-4b2f-9d36-85f542f97edc" providerId="AD" clId="Web-{2906A5C4-4AE4-4E11-926F-CBEF624CA5A3}" dt="2026-04-16T22:33:23.654" v="360"/>
          <ac:spMkLst>
            <pc:docMk/>
            <pc:sldMk cId="1589087573" sldId="258"/>
            <ac:spMk id="6" creationId="{0C7B35AC-401D-4E50-822F-C7C0D445AA28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33:23.654" v="359"/>
          <ac:spMkLst>
            <pc:docMk/>
            <pc:sldMk cId="1589087573" sldId="258"/>
            <ac:spMk id="11" creationId="{E5958DBC-F4DA-42A8-8C52-860179790ECD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33:23.654" v="359"/>
          <ac:spMkLst>
            <pc:docMk/>
            <pc:sldMk cId="1589087573" sldId="258"/>
            <ac:spMk id="15" creationId="{51DDD252-D7C8-4CE5-9C61-D60D722BC217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33:23.654" v="359"/>
          <ac:spMkLst>
            <pc:docMk/>
            <pc:sldMk cId="1589087573" sldId="258"/>
            <ac:spMk id="17" creationId="{2FBD75F5-C49C-4F6A-8D43-7A5939C23307}"/>
          </ac:spMkLst>
        </pc:spChg>
        <pc:picChg chg="add mod ord">
          <ac:chgData name="Lóránt Márton" userId="S::lorant.marton_2021d@bolyai-szakkozep.hu::b174f32f-8274-4b2f-9d36-85f542f97edc" providerId="AD" clId="Web-{2906A5C4-4AE4-4E11-926F-CBEF624CA5A3}" dt="2026-04-16T22:33:23.654" v="360"/>
          <ac:picMkLst>
            <pc:docMk/>
            <pc:sldMk cId="1589087573" sldId="258"/>
            <ac:picMk id="4" creationId="{1ED3EBE8-C6FC-E4AF-F3DE-A63831DFE861}"/>
          </ac:picMkLst>
        </pc:picChg>
        <pc:picChg chg="add mod ord">
          <ac:chgData name="Lóránt Márton" userId="S::lorant.marton_2021d@bolyai-szakkozep.hu::b174f32f-8274-4b2f-9d36-85f542f97edc" providerId="AD" clId="Web-{2906A5C4-4AE4-4E11-926F-CBEF624CA5A3}" dt="2026-04-16T22:33:23.654" v="360"/>
          <ac:picMkLst>
            <pc:docMk/>
            <pc:sldMk cId="1589087573" sldId="258"/>
            <ac:picMk id="5" creationId="{DD1B3D79-BD53-65CB-E83B-6498BE330435}"/>
          </ac:picMkLst>
        </pc:picChg>
        <pc:cxnChg chg="add del">
          <ac:chgData name="Lóránt Márton" userId="S::lorant.marton_2021d@bolyai-szakkozep.hu::b174f32f-8274-4b2f-9d36-85f542f97edc" providerId="AD" clId="Web-{2906A5C4-4AE4-4E11-926F-CBEF624CA5A3}" dt="2026-04-16T22:33:23.654" v="359"/>
          <ac:cxnSpMkLst>
            <pc:docMk/>
            <pc:sldMk cId="1589087573" sldId="258"/>
            <ac:cxnSpMk id="13" creationId="{79FCC9A9-2031-4283-9B27-34B62BB7F305}"/>
          </ac:cxnSpMkLst>
        </pc:cxnChg>
      </pc:sldChg>
      <pc:sldChg chg="addSp delSp modSp">
        <pc:chgData name="Lóránt Márton" userId="S::lorant.marton_2021d@bolyai-szakkozep.hu::b174f32f-8274-4b2f-9d36-85f542f97edc" providerId="AD" clId="Web-{2906A5C4-4AE4-4E11-926F-CBEF624CA5A3}" dt="2026-04-16T22:29:53.093" v="329" actId="14100"/>
        <pc:sldMkLst>
          <pc:docMk/>
          <pc:sldMk cId="1242175080" sldId="259"/>
        </pc:sldMkLst>
        <pc:spChg chg="mod">
          <ac:chgData name="Lóránt Márton" userId="S::lorant.marton_2021d@bolyai-szakkozep.hu::b174f32f-8274-4b2f-9d36-85f542f97edc" providerId="AD" clId="Web-{2906A5C4-4AE4-4E11-926F-CBEF624CA5A3}" dt="2026-04-16T22:29:17.640" v="320" actId="1076"/>
          <ac:spMkLst>
            <pc:docMk/>
            <pc:sldMk cId="1242175080" sldId="259"/>
            <ac:spMk id="2" creationId="{2A0062F5-E465-40DB-86CC-F0A4991EABE9}"/>
          </ac:spMkLst>
        </pc:spChg>
        <pc:spChg chg="del">
          <ac:chgData name="Lóránt Márton" userId="S::lorant.marton_2021d@bolyai-szakkozep.hu::b174f32f-8274-4b2f-9d36-85f542f97edc" providerId="AD" clId="Web-{2906A5C4-4AE4-4E11-926F-CBEF624CA5A3}" dt="2026-04-16T22:28:39.655" v="313"/>
          <ac:spMkLst>
            <pc:docMk/>
            <pc:sldMk cId="1242175080" sldId="259"/>
            <ac:spMk id="8" creationId="{3F0260B1-7327-78F3-B361-294021CCFD33}"/>
          </ac:spMkLst>
        </pc:spChg>
        <pc:picChg chg="add mod ord">
          <ac:chgData name="Lóránt Márton" userId="S::lorant.marton_2021d@bolyai-szakkozep.hu::b174f32f-8274-4b2f-9d36-85f542f97edc" providerId="AD" clId="Web-{2906A5C4-4AE4-4E11-926F-CBEF624CA5A3}" dt="2026-04-16T22:29:53.093" v="329" actId="14100"/>
          <ac:picMkLst>
            <pc:docMk/>
            <pc:sldMk cId="1242175080" sldId="259"/>
            <ac:picMk id="3" creationId="{35667589-7A36-6F4D-BC00-5AEF8C2563CF}"/>
          </ac:picMkLst>
        </pc:picChg>
        <pc:picChg chg="add mod">
          <ac:chgData name="Lóránt Márton" userId="S::lorant.marton_2021d@bolyai-szakkozep.hu::b174f32f-8274-4b2f-9d36-85f542f97edc" providerId="AD" clId="Web-{2906A5C4-4AE4-4E11-926F-CBEF624CA5A3}" dt="2026-04-16T22:29:34.140" v="324" actId="14100"/>
          <ac:picMkLst>
            <pc:docMk/>
            <pc:sldMk cId="1242175080" sldId="259"/>
            <ac:picMk id="4" creationId="{2C2C50BA-5FC1-5EC6-FBD4-FFB14F81F2BB}"/>
          </ac:picMkLst>
        </pc:picChg>
      </pc:sldChg>
      <pc:sldChg chg="addSp delSp modSp mod setBg">
        <pc:chgData name="Lóránt Márton" userId="S::lorant.marton_2021d@bolyai-szakkozep.hu::b174f32f-8274-4b2f-9d36-85f542f97edc" providerId="AD" clId="Web-{2906A5C4-4AE4-4E11-926F-CBEF624CA5A3}" dt="2026-04-16T22:31:23.567" v="343" actId="20577"/>
        <pc:sldMkLst>
          <pc:docMk/>
          <pc:sldMk cId="1771695146" sldId="260"/>
        </pc:sldMkLst>
        <pc:spChg chg="mod">
          <ac:chgData name="Lóránt Márton" userId="S::lorant.marton_2021d@bolyai-szakkozep.hu::b174f32f-8274-4b2f-9d36-85f542f97edc" providerId="AD" clId="Web-{2906A5C4-4AE4-4E11-926F-CBEF624CA5A3}" dt="2026-04-16T22:25:52.449" v="312"/>
          <ac:spMkLst>
            <pc:docMk/>
            <pc:sldMk cId="1771695146" sldId="260"/>
            <ac:spMk id="2" creationId="{52FC3ACD-20C4-4A6B-8309-708F9C7979DD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25:52.449" v="312"/>
          <ac:spMkLst>
            <pc:docMk/>
            <pc:sldMk cId="1771695146" sldId="260"/>
            <ac:spMk id="3" creationId="{40BB9F6D-3D7D-4107-95E7-B155B383AEA2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31:23.567" v="343" actId="20577"/>
          <ac:spMkLst>
            <pc:docMk/>
            <pc:sldMk cId="1771695146" sldId="260"/>
            <ac:spMk id="6" creationId="{6F688BFE-C193-4FD2-8F80-1EBEEC16EF07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5:52.449" v="312"/>
          <ac:spMkLst>
            <pc:docMk/>
            <pc:sldMk cId="1771695146" sldId="260"/>
            <ac:spMk id="8" creationId="{5CF81D86-BDBA-477C-B7DD-8D359BB9965B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5:52.449" v="312"/>
          <ac:spMkLst>
            <pc:docMk/>
            <pc:sldMk cId="1771695146" sldId="260"/>
            <ac:spMk id="10" creationId="{88AA064E-5F6E-4024-BC28-EDDC3DFC70E1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1.948" v="305"/>
          <ac:spMkLst>
            <pc:docMk/>
            <pc:sldMk cId="1771695146" sldId="260"/>
            <ac:spMk id="11" creationId="{E5958DBC-F4DA-42A8-8C52-860179790ECD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5:52.449" v="312"/>
          <ac:spMkLst>
            <pc:docMk/>
            <pc:sldMk cId="1771695146" sldId="260"/>
            <ac:spMk id="12" creationId="{03B29638-4838-4B9B-B9DB-96E542BAF3E6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1.948" v="305"/>
          <ac:spMkLst>
            <pc:docMk/>
            <pc:sldMk cId="1771695146" sldId="260"/>
            <ac:spMk id="15" creationId="{51DDD252-D7C8-4CE5-9C61-D60D722BC217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1.948" v="305"/>
          <ac:spMkLst>
            <pc:docMk/>
            <pc:sldMk cId="1771695146" sldId="260"/>
            <ac:spMk id="17" creationId="{2FBD75F5-C49C-4F6A-8D43-7A5939C23307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4.402" v="307"/>
          <ac:spMkLst>
            <pc:docMk/>
            <pc:sldMk cId="1771695146" sldId="260"/>
            <ac:spMk id="19" creationId="{20E9A622-9996-4927-BBCD-AEE2687BEDAD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4.402" v="307"/>
          <ac:spMkLst>
            <pc:docMk/>
            <pc:sldMk cId="1771695146" sldId="260"/>
            <ac:spMk id="20" creationId="{51DE3FC3-BAC1-4105-9620-4FB64EDCE876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4.402" v="307"/>
          <ac:spMkLst>
            <pc:docMk/>
            <pc:sldMk cId="1771695146" sldId="260"/>
            <ac:spMk id="21" creationId="{CEF02B21-6D04-4A6A-B03E-CF7642D59161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34.402" v="307"/>
          <ac:spMkLst>
            <pc:docMk/>
            <pc:sldMk cId="1771695146" sldId="260"/>
            <ac:spMk id="22" creationId="{97E39010-823C-439A-B438-FEEDF549083C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44.230" v="309"/>
          <ac:spMkLst>
            <pc:docMk/>
            <pc:sldMk cId="1771695146" sldId="260"/>
            <ac:spMk id="24" creationId="{2F888C18-7E74-4A98-A7B4-A5C43583A482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44.230" v="309"/>
          <ac:spMkLst>
            <pc:docMk/>
            <pc:sldMk cId="1771695146" sldId="260"/>
            <ac:spMk id="25" creationId="{20436840-698D-4B5F-A7C0-101AD48D861E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44.230" v="309"/>
          <ac:spMkLst>
            <pc:docMk/>
            <pc:sldMk cId="1771695146" sldId="260"/>
            <ac:spMk id="26" creationId="{3682BE5A-770A-4799-BE6D-CE0BD0AD28C0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5:44.230" v="309"/>
          <ac:spMkLst>
            <pc:docMk/>
            <pc:sldMk cId="1771695146" sldId="260"/>
            <ac:spMk id="27" creationId="{85B58713-80A3-4F72-8ADA-A63E6BA8BC00}"/>
          </ac:spMkLst>
        </pc:spChg>
        <pc:picChg chg="add del mod ord">
          <ac:chgData name="Lóránt Márton" userId="S::lorant.marton_2021d@bolyai-szakkozep.hu::b174f32f-8274-4b2f-9d36-85f542f97edc" providerId="AD" clId="Web-{2906A5C4-4AE4-4E11-926F-CBEF624CA5A3}" dt="2026-04-16T22:25:48.636" v="311"/>
          <ac:picMkLst>
            <pc:docMk/>
            <pc:sldMk cId="1771695146" sldId="260"/>
            <ac:picMk id="4" creationId="{F0EFF79E-B16E-131C-FB4F-E525C252DA53}"/>
          </ac:picMkLst>
        </pc:picChg>
        <pc:picChg chg="add mod ord">
          <ac:chgData name="Lóránt Márton" userId="S::lorant.marton_2021d@bolyai-szakkozep.hu::b174f32f-8274-4b2f-9d36-85f542f97edc" providerId="AD" clId="Web-{2906A5C4-4AE4-4E11-926F-CBEF624CA5A3}" dt="2026-04-16T22:25:52.449" v="312"/>
          <ac:picMkLst>
            <pc:docMk/>
            <pc:sldMk cId="1771695146" sldId="260"/>
            <ac:picMk id="5" creationId="{66BA4F1E-0E8A-67A8-E0B8-327818A8329E}"/>
          </ac:picMkLst>
        </pc:picChg>
        <pc:cxnChg chg="add">
          <ac:chgData name="Lóránt Márton" userId="S::lorant.marton_2021d@bolyai-szakkozep.hu::b174f32f-8274-4b2f-9d36-85f542f97edc" providerId="AD" clId="Web-{2906A5C4-4AE4-4E11-926F-CBEF624CA5A3}" dt="2026-04-16T22:25:52.449" v="312"/>
          <ac:cxnSpMkLst>
            <pc:docMk/>
            <pc:sldMk cId="1771695146" sldId="260"/>
            <ac:cxnSpMk id="9" creationId="{C65F3E9C-EF11-4F8F-A621-399C7A3E6401}"/>
          </ac:cxnSpMkLst>
        </pc:cxnChg>
        <pc:cxnChg chg="add del">
          <ac:chgData name="Lóránt Márton" userId="S::lorant.marton_2021d@bolyai-szakkozep.hu::b174f32f-8274-4b2f-9d36-85f542f97edc" providerId="AD" clId="Web-{2906A5C4-4AE4-4E11-926F-CBEF624CA5A3}" dt="2026-04-16T22:25:31.948" v="305"/>
          <ac:cxnSpMkLst>
            <pc:docMk/>
            <pc:sldMk cId="1771695146" sldId="260"/>
            <ac:cxnSpMk id="13" creationId="{79FCC9A9-2031-4283-9B27-34B62BB7F305}"/>
          </ac:cxnSpMkLst>
        </pc:cxnChg>
      </pc:sldChg>
      <pc:sldChg chg="addSp delSp modSp mod setBg">
        <pc:chgData name="Lóránt Márton" userId="S::lorant.marton_2021d@bolyai-szakkozep.hu::b174f32f-8274-4b2f-9d36-85f542f97edc" providerId="AD" clId="Web-{2906A5C4-4AE4-4E11-926F-CBEF624CA5A3}" dt="2026-04-16T22:42:01.460" v="481" actId="20577"/>
        <pc:sldMkLst>
          <pc:docMk/>
          <pc:sldMk cId="827314947" sldId="261"/>
        </pc:sldMkLst>
        <pc:spChg chg="mod">
          <ac:chgData name="Lóránt Márton" userId="S::lorant.marton_2021d@bolyai-szakkozep.hu::b174f32f-8274-4b2f-9d36-85f542f97edc" providerId="AD" clId="Web-{2906A5C4-4AE4-4E11-926F-CBEF624CA5A3}" dt="2026-04-16T22:41:54.116" v="479"/>
          <ac:spMkLst>
            <pc:docMk/>
            <pc:sldMk cId="827314947" sldId="261"/>
            <ac:spMk id="2" creationId="{951C1428-2F34-450A-AD72-8821F6C34C8F}"/>
          </ac:spMkLst>
        </pc:spChg>
        <pc:spChg chg="mod">
          <ac:chgData name="Lóránt Márton" userId="S::lorant.marton_2021d@bolyai-szakkozep.hu::b174f32f-8274-4b2f-9d36-85f542f97edc" providerId="AD" clId="Web-{2906A5C4-4AE4-4E11-926F-CBEF624CA5A3}" dt="2026-04-16T22:41:54.116" v="479"/>
          <ac:spMkLst>
            <pc:docMk/>
            <pc:sldMk cId="827314947" sldId="261"/>
            <ac:spMk id="3" creationId="{F3F9ADAB-AB5E-44D4-AA3C-A591909E93BA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42:01.460" v="481" actId="20577"/>
          <ac:spMkLst>
            <pc:docMk/>
            <pc:sldMk cId="827314947" sldId="261"/>
            <ac:spMk id="6" creationId="{DF936A1E-CCAA-4A40-83FD-55EF554A975F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41:51.882" v="476"/>
          <ac:spMkLst>
            <pc:docMk/>
            <pc:sldMk cId="827314947" sldId="261"/>
            <ac:spMk id="11" creationId="{C33BF9DD-8A45-4EEE-B231-0A14D322E5F9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41:51.882" v="476"/>
          <ac:spMkLst>
            <pc:docMk/>
            <pc:sldMk cId="827314947" sldId="261"/>
            <ac:spMk id="15" creationId="{D5FBCAC9-BD8B-4F3B-AD74-EF37D4211349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41:51.882" v="476"/>
          <ac:spMkLst>
            <pc:docMk/>
            <pc:sldMk cId="827314947" sldId="261"/>
            <ac:spMk id="17" creationId="{9556C5A8-AD7E-4CE7-87BE-9EA3B5E1786F}"/>
          </ac:spMkLst>
        </pc:spChg>
        <pc:picChg chg="add mod ord">
          <ac:chgData name="Lóránt Márton" userId="S::lorant.marton_2021d@bolyai-szakkozep.hu::b174f32f-8274-4b2f-9d36-85f542f97edc" providerId="AD" clId="Web-{2906A5C4-4AE4-4E11-926F-CBEF624CA5A3}" dt="2026-04-16T22:41:54.116" v="479"/>
          <ac:picMkLst>
            <pc:docMk/>
            <pc:sldMk cId="827314947" sldId="261"/>
            <ac:picMk id="4" creationId="{8CC2CC8B-915F-A70A-2683-51484001FBCF}"/>
          </ac:picMkLst>
        </pc:picChg>
        <pc:cxnChg chg="add del">
          <ac:chgData name="Lóránt Márton" userId="S::lorant.marton_2021d@bolyai-szakkozep.hu::b174f32f-8274-4b2f-9d36-85f542f97edc" providerId="AD" clId="Web-{2906A5C4-4AE4-4E11-926F-CBEF624CA5A3}" dt="2026-04-16T22:41:51.882" v="476"/>
          <ac:cxnSpMkLst>
            <pc:docMk/>
            <pc:sldMk cId="827314947" sldId="261"/>
            <ac:cxnSpMk id="13" creationId="{9020DCC9-F851-4562-BB20-1AB3C51BFD08}"/>
          </ac:cxnSpMkLst>
        </pc:cxnChg>
      </pc:sldChg>
      <pc:sldChg chg="modSp">
        <pc:chgData name="Lóránt Márton" userId="S::lorant.marton_2021d@bolyai-szakkozep.hu::b174f32f-8274-4b2f-9d36-85f542f97edc" providerId="AD" clId="Web-{2906A5C4-4AE4-4E11-926F-CBEF624CA5A3}" dt="2026-04-16T22:34:03.079" v="367" actId="20577"/>
        <pc:sldMkLst>
          <pc:docMk/>
          <pc:sldMk cId="2037388110" sldId="268"/>
        </pc:sldMkLst>
        <pc:spChg chg="mod">
          <ac:chgData name="Lóránt Márton" userId="S::lorant.marton_2021d@bolyai-szakkozep.hu::b174f32f-8274-4b2f-9d36-85f542f97edc" providerId="AD" clId="Web-{2906A5C4-4AE4-4E11-926F-CBEF624CA5A3}" dt="2026-04-16T22:34:03.079" v="367" actId="20577"/>
          <ac:spMkLst>
            <pc:docMk/>
            <pc:sldMk cId="2037388110" sldId="268"/>
            <ac:spMk id="3" creationId="{B5DEA170-EFCD-400D-BF22-700C61AFF98E}"/>
          </ac:spMkLst>
        </pc:spChg>
      </pc:sldChg>
      <pc:sldChg chg="addSp delSp modSp mod setBg">
        <pc:chgData name="Lóránt Márton" userId="S::lorant.marton_2021d@bolyai-szakkozep.hu::b174f32f-8274-4b2f-9d36-85f542f97edc" providerId="AD" clId="Web-{2906A5C4-4AE4-4E11-926F-CBEF624CA5A3}" dt="2026-04-16T22:31:36.052" v="347" actId="20577"/>
        <pc:sldMkLst>
          <pc:docMk/>
          <pc:sldMk cId="1902010810" sldId="269"/>
        </pc:sldMkLst>
        <pc:spChg chg="mod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2" creationId="{73937617-0EEA-49E9-9739-9908D3BD19E1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22:23.847" v="295"/>
          <ac:spMkLst>
            <pc:docMk/>
            <pc:sldMk cId="1902010810" sldId="269"/>
            <ac:spMk id="3" creationId="{7F8FAFD7-A0EE-4272-8CA6-CE3A4A9D18AC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31:36.052" v="347" actId="20577"/>
          <ac:spMkLst>
            <pc:docMk/>
            <pc:sldMk cId="1902010810" sldId="269"/>
            <ac:spMk id="6" creationId="{F95604C9-0C5F-4077-A986-49F6027AE45A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12" creationId="{151FCA92-37FC-419D-880C-DEE030371675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14" creationId="{49F734FC-80ED-4400-9FB7-5800EE74AE4C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16" creationId="{F54C209B-0440-412E-BEBF-D8694B5A0A76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2:23.847" v="295"/>
          <ac:spMkLst>
            <pc:docMk/>
            <pc:sldMk cId="1902010810" sldId="269"/>
            <ac:spMk id="20" creationId="{FDA25563-C462-4DA6-BB84-8243A6C7DF68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22" creationId="{64044755-AC7C-421A-B935-8BA9A23F876E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24" creationId="{82225A9B-20AD-4869-96C9-770E8E704594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26" creationId="{514D5E4E-F019-44AF-AF49-8FBBFBBE6B18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31" creationId="{0D3048CC-BFEE-499F-968D-9681FE25454C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33" creationId="{2AF095ED-34C6-4B6B-BF2F-B18C3C6CD2B7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35" creationId="{E80E2106-26D1-4CFC-9F58-A3D915C7A9D1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41" creationId="{B314DF03-4B84-4C63-9500-DC80BCA1BBFF}"/>
          </ac:spMkLst>
        </pc:spChg>
        <pc:spChg chg="add del">
          <ac:chgData name="Lóránt Márton" userId="S::lorant.marton_2021d@bolyai-szakkozep.hu::b174f32f-8274-4b2f-9d36-85f542f97edc" providerId="AD" clId="Web-{2906A5C4-4AE4-4E11-926F-CBEF624CA5A3}" dt="2026-04-16T22:22:46.973" v="298"/>
          <ac:spMkLst>
            <pc:docMk/>
            <pc:sldMk cId="1902010810" sldId="269"/>
            <ac:spMk id="45" creationId="{57B513E8-3CAA-4B4E-92DE-D3EA3E17B3B6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47" creationId="{04DD3E41-33C2-4660-BB4C-BBCF07F65FCD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48" creationId="{BA8475A3-3952-408D-8E93-626076E6D360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49" creationId="{2D57056C-3580-48E4-9666-53A445F49042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51" creationId="{0480D754-2EAA-46BD-A784-B04FC0A6F95D}"/>
          </ac:spMkLst>
        </pc:spChg>
        <pc:spChg chg="add">
          <ac:chgData name="Lóránt Márton" userId="S::lorant.marton_2021d@bolyai-szakkozep.hu::b174f32f-8274-4b2f-9d36-85f542f97edc" providerId="AD" clId="Web-{2906A5C4-4AE4-4E11-926F-CBEF624CA5A3}" dt="2026-04-16T22:22:46.988" v="299"/>
          <ac:spMkLst>
            <pc:docMk/>
            <pc:sldMk cId="1902010810" sldId="269"/>
            <ac:spMk id="53" creationId="{14BF5C5C-12B0-46A7-8912-9751C89D4779}"/>
          </ac:spMkLst>
        </pc:spChg>
        <pc:picChg chg="add mod">
          <ac:chgData name="Lóránt Márton" userId="S::lorant.marton_2021d@bolyai-szakkozep.hu::b174f32f-8274-4b2f-9d36-85f542f97edc" providerId="AD" clId="Web-{2906A5C4-4AE4-4E11-926F-CBEF624CA5A3}" dt="2026-04-16T22:21:30.861" v="291" actId="1076"/>
          <ac:picMkLst>
            <pc:docMk/>
            <pc:sldMk cId="1902010810" sldId="269"/>
            <ac:picMk id="4" creationId="{E741150A-5829-71A7-7417-90BF5979770A}"/>
          </ac:picMkLst>
        </pc:picChg>
        <pc:picChg chg="add mod">
          <ac:chgData name="Lóránt Márton" userId="S::lorant.marton_2021d@bolyai-szakkozep.hu::b174f32f-8274-4b2f-9d36-85f542f97edc" providerId="AD" clId="Web-{2906A5C4-4AE4-4E11-926F-CBEF624CA5A3}" dt="2026-04-16T22:21:58.627" v="293" actId="1076"/>
          <ac:picMkLst>
            <pc:docMk/>
            <pc:sldMk cId="1902010810" sldId="269"/>
            <ac:picMk id="5" creationId="{D85355F7-8BC0-37A8-57C4-4D7A2D67E9C5}"/>
          </ac:picMkLst>
        </pc:picChg>
        <pc:picChg chg="add mod">
          <ac:chgData name="Lóránt Márton" userId="S::lorant.marton_2021d@bolyai-szakkozep.hu::b174f32f-8274-4b2f-9d36-85f542f97edc" providerId="AD" clId="Web-{2906A5C4-4AE4-4E11-926F-CBEF624CA5A3}" dt="2026-04-16T22:22:20.409" v="294"/>
          <ac:picMkLst>
            <pc:docMk/>
            <pc:sldMk cId="1902010810" sldId="269"/>
            <ac:picMk id="7" creationId="{CDCE5BEE-3251-ECFE-2CB9-404589FDBD01}"/>
          </ac:picMkLst>
        </pc:picChg>
        <pc:picChg chg="add mod">
          <ac:chgData name="Lóránt Márton" userId="S::lorant.marton_2021d@bolyai-szakkozep.hu::b174f32f-8274-4b2f-9d36-85f542f97edc" providerId="AD" clId="Web-{2906A5C4-4AE4-4E11-926F-CBEF624CA5A3}" dt="2026-04-16T22:22:40.519" v="296"/>
          <ac:picMkLst>
            <pc:docMk/>
            <pc:sldMk cId="1902010810" sldId="269"/>
            <ac:picMk id="8" creationId="{D7270AE7-68E6-F069-E67C-AA0B51588A77}"/>
          </ac:picMkLst>
        </pc:picChg>
      </pc:sldChg>
      <pc:sldChg chg="modSp">
        <pc:chgData name="Lóránt Márton" userId="S::lorant.marton_2021d@bolyai-szakkozep.hu::b174f32f-8274-4b2f-9d36-85f542f97edc" providerId="AD" clId="Web-{2906A5C4-4AE4-4E11-926F-CBEF624CA5A3}" dt="2026-04-16T22:12:17.389" v="131" actId="20577"/>
        <pc:sldMkLst>
          <pc:docMk/>
          <pc:sldMk cId="3153495921" sldId="270"/>
        </pc:sldMkLst>
        <pc:spChg chg="mod">
          <ac:chgData name="Lóránt Márton" userId="S::lorant.marton_2021d@bolyai-szakkozep.hu::b174f32f-8274-4b2f-9d36-85f542f97edc" providerId="AD" clId="Web-{2906A5C4-4AE4-4E11-926F-CBEF624CA5A3}" dt="2026-04-16T22:12:17.389" v="131" actId="20577"/>
          <ac:spMkLst>
            <pc:docMk/>
            <pc:sldMk cId="3153495921" sldId="270"/>
            <ac:spMk id="3" creationId="{E608CE5A-4348-42F9-9B1E-B39DD46CCE59}"/>
          </ac:spMkLst>
        </pc:spChg>
      </pc:sldChg>
      <pc:sldChg chg="addSp modSp mod setBg">
        <pc:chgData name="Lóránt Márton" userId="S::lorant.marton_2021d@bolyai-szakkozep.hu::b174f32f-8274-4b2f-9d36-85f542f97edc" providerId="AD" clId="Web-{2906A5C4-4AE4-4E11-926F-CBEF624CA5A3}" dt="2026-04-16T22:31:08.317" v="342" actId="20577"/>
        <pc:sldMkLst>
          <pc:docMk/>
          <pc:sldMk cId="225410992" sldId="271"/>
        </pc:sldMkLst>
        <pc:spChg chg="mod">
          <ac:chgData name="Lóránt Márton" userId="S::lorant.marton_2021d@bolyai-szakkozep.hu::b174f32f-8274-4b2f-9d36-85f542f97edc" providerId="AD" clId="Web-{2906A5C4-4AE4-4E11-926F-CBEF624CA5A3}" dt="2026-04-16T22:30:59.504" v="340"/>
          <ac:spMkLst>
            <pc:docMk/>
            <pc:sldMk cId="225410992" sldId="271"/>
            <ac:spMk id="2" creationId="{9E116119-E4EB-426C-895D-61CB516FE197}"/>
          </ac:spMkLst>
        </pc:spChg>
        <pc:spChg chg="mod">
          <ac:chgData name="Lóránt Márton" userId="S::lorant.marton_2021d@bolyai-szakkozep.hu::b174f32f-8274-4b2f-9d36-85f542f97edc" providerId="AD" clId="Web-{2906A5C4-4AE4-4E11-926F-CBEF624CA5A3}" dt="2026-04-16T22:30:59.504" v="340"/>
          <ac:spMkLst>
            <pc:docMk/>
            <pc:sldMk cId="225410992" sldId="271"/>
            <ac:spMk id="3" creationId="{705B8120-5F93-418B-9EFC-A3E1219404D1}"/>
          </ac:spMkLst>
        </pc:spChg>
        <pc:spChg chg="mod ord">
          <ac:chgData name="Lóránt Márton" userId="S::lorant.marton_2021d@bolyai-szakkozep.hu::b174f32f-8274-4b2f-9d36-85f542f97edc" providerId="AD" clId="Web-{2906A5C4-4AE4-4E11-926F-CBEF624CA5A3}" dt="2026-04-16T22:31:08.317" v="342" actId="20577"/>
          <ac:spMkLst>
            <pc:docMk/>
            <pc:sldMk cId="225410992" sldId="271"/>
            <ac:spMk id="6" creationId="{0563A050-6BD6-4919-9F4A-61F0E692FCC3}"/>
          </ac:spMkLst>
        </pc:spChg>
        <pc:picChg chg="add mod">
          <ac:chgData name="Lóránt Márton" userId="S::lorant.marton_2021d@bolyai-szakkozep.hu::b174f32f-8274-4b2f-9d36-85f542f97edc" providerId="AD" clId="Web-{2906A5C4-4AE4-4E11-926F-CBEF624CA5A3}" dt="2026-04-16T22:30:59.504" v="340"/>
          <ac:picMkLst>
            <pc:docMk/>
            <pc:sldMk cId="225410992" sldId="271"/>
            <ac:picMk id="4" creationId="{BA0CD784-254A-FCAD-7303-B34227FD44EC}"/>
          </ac:picMkLst>
        </pc:picChg>
      </pc:sldChg>
    </pc:docChg>
  </pc:docChgLst>
  <pc:docChgLst>
    <pc:chgData name="Lóránt Márton" userId="S::lorant.marton_2021d@bolyai-szakkozep.hu::b174f32f-8274-4b2f-9d36-85f542f97edc" providerId="AD" clId="Web-{AA720138-E68B-40D6-B653-E279C41F116A}"/>
    <pc:docChg chg="modSld">
      <pc:chgData name="Lóránt Márton" userId="S::lorant.marton_2021d@bolyai-szakkozep.hu::b174f32f-8274-4b2f-9d36-85f542f97edc" providerId="AD" clId="Web-{AA720138-E68B-40D6-B653-E279C41F116A}" dt="2026-04-16T22:02:27.183" v="11"/>
      <pc:docMkLst>
        <pc:docMk/>
      </pc:docMkLst>
      <pc:sldChg chg="addSp delSp modSp">
        <pc:chgData name="Lóránt Márton" userId="S::lorant.marton_2021d@bolyai-szakkozep.hu::b174f32f-8274-4b2f-9d36-85f542f97edc" providerId="AD" clId="Web-{AA720138-E68B-40D6-B653-E279C41F116A}" dt="2026-04-16T22:02:27.183" v="11"/>
        <pc:sldMkLst>
          <pc:docMk/>
          <pc:sldMk cId="1242175080" sldId="259"/>
        </pc:sldMkLst>
        <pc:spChg chg="del">
          <ac:chgData name="Lóránt Márton" userId="S::lorant.marton_2021d@bolyai-szakkozep.hu::b174f32f-8274-4b2f-9d36-85f542f97edc" providerId="AD" clId="Web-{AA720138-E68B-40D6-B653-E279C41F116A}" dt="2026-04-16T22:02:04.007" v="4"/>
          <ac:spMkLst>
            <pc:docMk/>
            <pc:sldMk cId="1242175080" sldId="259"/>
            <ac:spMk id="3" creationId="{D149A78B-7CDB-4F64-B5F9-5AE1B29651B4}"/>
          </ac:spMkLst>
        </pc:spChg>
        <pc:spChg chg="add del mod">
          <ac:chgData name="Lóránt Márton" userId="S::lorant.marton_2021d@bolyai-szakkozep.hu::b174f32f-8274-4b2f-9d36-85f542f97edc" providerId="AD" clId="Web-{AA720138-E68B-40D6-B653-E279C41F116A}" dt="2026-04-16T22:01:20.045" v="3"/>
          <ac:spMkLst>
            <pc:docMk/>
            <pc:sldMk cId="1242175080" sldId="259"/>
            <ac:spMk id="4" creationId="{59F1C6F1-21D6-F1E7-1CA7-41BBDDB3B05E}"/>
          </ac:spMkLst>
        </pc:spChg>
        <pc:spChg chg="add mod">
          <ac:chgData name="Lóránt Márton" userId="S::lorant.marton_2021d@bolyai-szakkozep.hu::b174f32f-8274-4b2f-9d36-85f542f97edc" providerId="AD" clId="Web-{AA720138-E68B-40D6-B653-E279C41F116A}" dt="2026-04-16T22:02:27.183" v="11"/>
          <ac:spMkLst>
            <pc:docMk/>
            <pc:sldMk cId="1242175080" sldId="259"/>
            <ac:spMk id="8" creationId="{3F0260B1-7327-78F3-B361-294021CCFD33}"/>
          </ac:spMkLst>
        </pc:spChg>
        <pc:picChg chg="add del mod ord">
          <ac:chgData name="Lóránt Márton" userId="S::lorant.marton_2021d@bolyai-szakkozep.hu::b174f32f-8274-4b2f-9d36-85f542f97edc" providerId="AD" clId="Web-{AA720138-E68B-40D6-B653-E279C41F116A}" dt="2026-04-16T22:02:27.183" v="11"/>
          <ac:picMkLst>
            <pc:docMk/>
            <pc:sldMk cId="1242175080" sldId="259"/>
            <ac:picMk id="5" creationId="{18D620CA-8BE4-E021-FBD0-D6AF65C3DBC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D3C052-CB27-4028-A25A-4D5F289868E8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1D5D83-4896-4785-8916-7DB3EED288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139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57D0F-CEDF-479B-AB11-379532A92D60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352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F1E79-937B-44CB-83F8-6720CEB95519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8296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BD57-9C92-4A95-B0A6-3D2A47F51872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18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951C72-DD6C-4D4F-8D03-4644276DCD7D}" type="datetime1">
              <a:rPr lang="hu-HU" smtClean="0"/>
              <a:t>2026. 04. 16.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51441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ECA09-8751-4804-9208-8C466819B8F3}" type="datetime1">
              <a:rPr lang="hu-HU" smtClean="0"/>
              <a:t>2026. 04. 16.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748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9650-267E-4904-A04E-318A12A4E25F}" type="datetime1">
              <a:rPr lang="hu-HU" smtClean="0"/>
              <a:t>2026. 04. 16.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4467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30FA0-4080-443F-BE69-875E754EBDBF}" type="datetime1">
              <a:rPr lang="hu-HU" smtClean="0"/>
              <a:t>2026. 04. 16.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9778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4B5EC02-9EAC-4D31-B98B-1C226914C26D}" type="datetime1">
              <a:rPr lang="hu-HU" smtClean="0"/>
              <a:t>2026. 04. 16.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59692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C3778-5136-4DF1-A670-856DC4BFD511}" type="datetime1">
              <a:rPr lang="hu-HU" smtClean="0"/>
              <a:t>2026. 04. 16.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5528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744B-D1E8-4607-ABE5-FB5989CEE3C6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5749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4CE5B-C0C6-439B-9A19-0734074473B8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3833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45BD114-17AA-4884-82B0-88FBE7BF7E27}" type="datetime1">
              <a:rPr lang="hu-HU" smtClean="0"/>
              <a:t>2026. 04. 16.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44FD88-FB79-4B01-A96D-DDA513F5DE89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453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49E441-645E-458D-B50C-4F9BE7C9B9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720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- Mediahub</a:t>
            </a:r>
            <a:endParaRPr lang="hu-HU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BC4E2D0-1598-4790-BC4A-3C9AFFCB1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6434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Konzulensek: Dorogházi Donát, Gombos Szabolcs</a:t>
            </a:r>
          </a:p>
          <a:p>
            <a:r>
              <a:rPr lang="hu-HU">
                <a:latin typeface="Times New Roman"/>
                <a:cs typeface="Times New Roman"/>
              </a:rPr>
              <a:t>Készítette: Lóránt Márton, Kovács Kristóf</a:t>
            </a:r>
          </a:p>
          <a:p>
            <a:r>
              <a:rPr lang="hu-HU" err="1">
                <a:latin typeface="Times New Roman"/>
                <a:cs typeface="Times New Roman"/>
              </a:rPr>
              <a:t>bmszc</a:t>
            </a:r>
            <a:r>
              <a:rPr lang="hu-HU" dirty="0">
                <a:latin typeface="Times New Roman"/>
                <a:cs typeface="Times New Roman"/>
              </a:rPr>
              <a:t> bolyai János műszaki technikum és kollégium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91947A-AE54-4945-95ED-4B3A26A9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1</a:t>
            </a:fld>
            <a:r>
              <a:rPr lang="hu-HU" sz="2000" dirty="0"/>
              <a:t>/11</a:t>
            </a:r>
          </a:p>
        </p:txBody>
      </p:sp>
      <p:pic>
        <p:nvPicPr>
          <p:cNvPr id="1026" name="Picture 2" descr="https://bolyai-bp.edu.hu/wp-content/uploads/2021/12/bolyai_logo_technikum_vektoros.png">
            <a:extLst>
              <a:ext uri="{FF2B5EF4-FFF2-40B4-BE49-F238E27FC236}">
                <a16:creationId xmlns:a16="http://schemas.microsoft.com/office/drawing/2014/main" id="{F7235305-FC19-4183-BD61-EB5D332A2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47" y="5277334"/>
            <a:ext cx="944833" cy="939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6409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A211AF-0F31-42ED-85DC-F475EFB0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Bevezetés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5DEA170-EFCD-400D-BF22-700C61AFF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200660" lvl="1" indent="0">
              <a:buNone/>
            </a:pPr>
            <a:r>
              <a:rPr lang="hu-HU" sz="2000" dirty="0">
                <a:solidFill>
                  <a:srgbClr val="404040"/>
                </a:solidFill>
                <a:latin typeface="Times New Roman"/>
                <a:ea typeface="+mn-lt"/>
                <a:cs typeface="Times New Roman"/>
              </a:rPr>
              <a:t>Probléma:</a:t>
            </a:r>
            <a:endParaRPr lang="hu-HU" sz="2000" dirty="0">
              <a:solidFill>
                <a:srgbClr val="404040"/>
              </a:solidFill>
              <a:latin typeface="Times New Roman"/>
              <a:cs typeface="Times New Roman"/>
            </a:endParaRPr>
          </a:p>
          <a:p>
            <a:pPr marL="383540" lvl="1"/>
            <a:r>
              <a:rPr lang="hu-HU" sz="2000">
                <a:solidFill>
                  <a:srgbClr val="404040"/>
                </a:solidFill>
                <a:latin typeface="Times New Roman"/>
                <a:ea typeface="+mn-lt"/>
                <a:cs typeface="Times New Roman"/>
              </a:rPr>
              <a:t>A kisebb könyvtárak és multimédiaboltok nem rendelkeznek digitális infrastruktúrával → nincs online hozzáférés a kínálathoz és kölcsönzéshez.</a:t>
            </a:r>
          </a:p>
          <a:p>
            <a:pPr marL="200660" lvl="1" indent="0">
              <a:buNone/>
            </a:pPr>
            <a:r>
              <a:rPr lang="hu-HU" sz="2000">
                <a:solidFill>
                  <a:srgbClr val="404040"/>
                </a:solidFill>
                <a:latin typeface="Times New Roman"/>
                <a:ea typeface="+mn-lt"/>
                <a:cs typeface="Times New Roman"/>
              </a:rPr>
              <a:t>Megoldás:</a:t>
            </a:r>
            <a:endParaRPr lang="hu-HU" sz="2000">
              <a:solidFill>
                <a:srgbClr val="404040"/>
              </a:solidFill>
              <a:latin typeface="Times New Roman"/>
              <a:cs typeface="Times New Roman"/>
            </a:endParaRPr>
          </a:p>
          <a:p>
            <a:pPr marL="486410" lvl="1" indent="-285750"/>
            <a:r>
              <a:rPr lang="hu-HU" sz="2000">
                <a:solidFill>
                  <a:srgbClr val="404040"/>
                </a:solidFill>
                <a:latin typeface="Times New Roman"/>
                <a:ea typeface="+mn-lt"/>
                <a:cs typeface="Times New Roman"/>
              </a:rPr>
              <a:t>Modern webalkalmazás könyvek és filmek nyilvántartására, valamint kölcsönzések online kezelésére üzemeltetők és felhasználók számára egyaránt.</a:t>
            </a:r>
            <a:endParaRPr lang="hu-HU" sz="2000">
              <a:latin typeface="Times New Roman"/>
              <a:cs typeface="Times New Roman"/>
            </a:endParaRPr>
          </a:p>
          <a:p>
            <a:pPr marL="200660" lvl="1" indent="0">
              <a:buNone/>
            </a:pPr>
            <a:endParaRPr lang="hu-HU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4690182-5239-40F4-B4A0-5717E8C4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2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2037388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0C5D4E-4A08-4C89-B934-0742DA31B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53C302-C1B7-4ACF-A34E-F3C55D2425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hu-HU" sz="2400">
                <a:latin typeface="Times New Roman"/>
                <a:cs typeface="Times New Roman"/>
              </a:rPr>
              <a:t>Lóránt Márton</a:t>
            </a:r>
          </a:p>
          <a:p>
            <a:pPr marL="383540" lvl="1"/>
            <a:r>
              <a:rPr lang="hu-HU" sz="2000">
                <a:latin typeface="Times New Roman"/>
                <a:cs typeface="Times New Roman"/>
              </a:rPr>
              <a:t>UI és UX</a:t>
            </a:r>
          </a:p>
          <a:p>
            <a:pPr marL="383540" lvl="1"/>
            <a:r>
              <a:rPr lang="hu-HU" sz="2000">
                <a:latin typeface="Times New Roman"/>
                <a:cs typeface="Times New Roman"/>
              </a:rPr>
              <a:t>Frontend tervezés és megvalósítás</a:t>
            </a:r>
          </a:p>
          <a:p>
            <a:pPr marL="383540" lvl="1"/>
            <a:r>
              <a:rPr lang="hu-HU" sz="2000">
                <a:latin typeface="Times New Roman"/>
                <a:cs typeface="Times New Roman"/>
              </a:rPr>
              <a:t>EmailJS</a:t>
            </a:r>
          </a:p>
          <a:p>
            <a:pPr marL="383540" lvl="1"/>
            <a:r>
              <a:rPr lang="hu-HU" sz="2000">
                <a:latin typeface="Times New Roman"/>
                <a:cs typeface="Times New Roman"/>
              </a:rPr>
              <a:t>Frontend tesztelés</a:t>
            </a:r>
          </a:p>
          <a:p>
            <a:pPr marL="383540" lvl="1"/>
            <a:endParaRPr lang="hu-HU" sz="2200" dirty="0">
              <a:latin typeface="Times New Roman"/>
              <a:cs typeface="Times New Roman"/>
            </a:endParaRPr>
          </a:p>
          <a:p>
            <a:pPr marL="383540" lvl="1"/>
            <a:endParaRPr lang="hu-HU" sz="2000" dirty="0">
              <a:latin typeface="Times New Roman"/>
              <a:cs typeface="Times New Roman"/>
            </a:endParaRP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C78F864-F66C-098D-FEE8-C68AF30F1A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hu-HU" sz="2400">
                <a:latin typeface="Times New Roman"/>
                <a:cs typeface="Times New Roman"/>
              </a:rPr>
              <a:t>Kovács Kristóf</a:t>
            </a:r>
            <a:endParaRPr lang="hu-HU" sz="24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 sz="2000">
                <a:ea typeface="Calibri"/>
                <a:cs typeface="Calibri"/>
              </a:rPr>
              <a:t>Rest API megvalósítása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 sz="2000">
                <a:ea typeface="Calibri"/>
                <a:cs typeface="Calibri"/>
              </a:rPr>
              <a:t>Backend fejlesztés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 sz="2000">
                <a:ea typeface="Calibri"/>
                <a:cs typeface="Calibri"/>
              </a:rPr>
              <a:t>Adatbázis tervezés és megvalósítás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 sz="2000">
                <a:ea typeface="Calibri"/>
                <a:cs typeface="Calibri"/>
              </a:rPr>
              <a:t>Backend tesztelés</a:t>
            </a:r>
            <a:endParaRPr lang="hu-HU" sz="2000" dirty="0">
              <a:ea typeface="Calibri"/>
              <a:cs typeface="Calibri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466189B-5324-434F-9225-ED8B24C43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3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3844637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6A1B18-3F02-4F37-B706-66753742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Frontend tervezés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EmailJS">
            <a:extLst>
              <a:ext uri="{FF2B5EF4-FFF2-40B4-BE49-F238E27FC236}">
                <a16:creationId xmlns:a16="http://schemas.microsoft.com/office/drawing/2014/main" id="{DD1B3D79-BD53-65CB-E83B-6498BE330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017" y="2463795"/>
            <a:ext cx="2376058" cy="2376058"/>
          </a:xfrm>
          <a:prstGeom prst="rect">
            <a:avLst/>
          </a:prstGeom>
        </p:spPr>
      </p:pic>
      <p:pic>
        <p:nvPicPr>
          <p:cNvPr id="4" name="Ábra 3" descr="React.js development services | NeuroSYS">
            <a:extLst>
              <a:ext uri="{FF2B5EF4-FFF2-40B4-BE49-F238E27FC236}">
                <a16:creationId xmlns:a16="http://schemas.microsoft.com/office/drawing/2014/main" id="{1ED3EBE8-C6FC-E4AF-F3DE-A63831DFE8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9942" y="2246714"/>
            <a:ext cx="2376057" cy="2810220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4979FD1C-F380-4CCC-AB29-A23481993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1639" y="1845734"/>
            <a:ext cx="4804041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hu-HU" sz="2400" dirty="0">
                <a:latin typeface="Times New Roman"/>
                <a:cs typeface="Times New Roman"/>
              </a:rPr>
              <a:t>Technológia </a:t>
            </a:r>
            <a:r>
              <a:rPr lang="hu-HU" sz="2400" err="1">
                <a:latin typeface="Times New Roman"/>
                <a:cs typeface="Times New Roman"/>
              </a:rPr>
              <a:t>stack</a:t>
            </a:r>
            <a:r>
              <a:rPr lang="hu-HU" sz="2400" dirty="0">
                <a:latin typeface="Times New Roman"/>
                <a:cs typeface="Times New Roman"/>
              </a:rPr>
              <a:t>: React.js, </a:t>
            </a:r>
            <a:r>
              <a:rPr lang="hu-HU" sz="2400" err="1">
                <a:latin typeface="Times New Roman"/>
                <a:cs typeface="Times New Roman"/>
              </a:rPr>
              <a:t>Vite</a:t>
            </a:r>
            <a:r>
              <a:rPr lang="hu-HU" sz="2400" dirty="0">
                <a:latin typeface="Times New Roman"/>
                <a:cs typeface="Times New Roman"/>
              </a:rPr>
              <a:t>, CSS, JavaScript, </a:t>
            </a:r>
            <a:r>
              <a:rPr lang="hu-HU" sz="2400" err="1">
                <a:latin typeface="Times New Roman"/>
                <a:cs typeface="Times New Roman"/>
              </a:rPr>
              <a:t>Cypress</a:t>
            </a:r>
            <a:r>
              <a:rPr lang="hu-HU" sz="2400" dirty="0">
                <a:latin typeface="Times New Roman"/>
                <a:cs typeface="Times New Roman"/>
              </a:rPr>
              <a:t>, </a:t>
            </a:r>
            <a:r>
              <a:rPr lang="hu-HU" sz="2400" err="1">
                <a:latin typeface="Times New Roman"/>
                <a:cs typeface="Times New Roman"/>
              </a:rPr>
              <a:t>Jest</a:t>
            </a:r>
            <a:endParaRPr lang="hu-HU" sz="2400" dirty="0">
              <a:latin typeface="Times New Roman"/>
              <a:cs typeface="Times New Roman"/>
            </a:endParaRPr>
          </a:p>
          <a:p>
            <a:r>
              <a:rPr lang="hu-HU" sz="2400" err="1">
                <a:latin typeface="Times New Roman"/>
                <a:cs typeface="Times New Roman"/>
              </a:rPr>
              <a:t>Libraries</a:t>
            </a:r>
            <a:r>
              <a:rPr lang="hu-HU" sz="2400" dirty="0">
                <a:latin typeface="Times New Roman"/>
                <a:cs typeface="Times New Roman"/>
              </a:rPr>
              <a:t>: </a:t>
            </a:r>
            <a:r>
              <a:rPr lang="hu-HU" sz="2400" err="1">
                <a:latin typeface="Times New Roman"/>
                <a:cs typeface="Times New Roman"/>
              </a:rPr>
              <a:t>EmailJS</a:t>
            </a:r>
            <a:r>
              <a:rPr lang="hu-HU" sz="2400" dirty="0">
                <a:latin typeface="Times New Roman"/>
                <a:cs typeface="Times New Roman"/>
              </a:rPr>
              <a:t>, Chart.JS</a:t>
            </a:r>
          </a:p>
          <a:p>
            <a:pPr marL="0" indent="0">
              <a:buNone/>
            </a:pPr>
            <a:endParaRPr lang="hu-HU" dirty="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C7B35AC-401D-4E50-822F-C7C0D44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444FD88-FB79-4B01-A96D-DDA513F5DE89}" type="slidenum">
              <a:rPr lang="hu-HU" smtClean="0"/>
              <a:pPr>
                <a:spcAft>
                  <a:spcPts val="600"/>
                </a:spcAft>
              </a:pPr>
              <a:t>4</a:t>
            </a:fld>
            <a:r>
              <a:rPr lang="hu-HU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1589087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0062F5-E465-40DB-86CC-F0A4991EA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320" y="286603"/>
            <a:ext cx="10119360" cy="739557"/>
          </a:xfrm>
        </p:spPr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Backend tervezés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4BA76F5-83C5-4D53-A31F-563A4745C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5</a:t>
            </a:fld>
            <a:r>
              <a:rPr lang="hu-HU" sz="2000" dirty="0"/>
              <a:t>/11</a:t>
            </a:r>
          </a:p>
        </p:txBody>
      </p:sp>
      <p:pic>
        <p:nvPicPr>
          <p:cNvPr id="3" name="Tartalom helye 2" descr="A képen szöveg, képernyőkép, diagram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35667589-7A36-6F4D-BC00-5AEF8C2563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16683" y="1032934"/>
            <a:ext cx="2625114" cy="5232400"/>
          </a:xfrm>
          <a:prstGeom prst="rect">
            <a:avLst/>
          </a:prstGeom>
        </p:spPr>
      </p:pic>
      <p:pic>
        <p:nvPicPr>
          <p:cNvPr id="4" name="Kép 3" descr="A képen diagram, sor, minta látható&#10;&#10;Lehet, hogy az AI által létrehozott tartalom helytelen.">
            <a:extLst>
              <a:ext uri="{FF2B5EF4-FFF2-40B4-BE49-F238E27FC236}">
                <a16:creationId xmlns:a16="http://schemas.microsoft.com/office/drawing/2014/main" id="{2C2C50BA-5FC1-5EC6-FBD4-FFB14F81F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" y="1030605"/>
            <a:ext cx="8909050" cy="541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175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30">
            <a:extLst>
              <a:ext uri="{FF2B5EF4-FFF2-40B4-BE49-F238E27FC236}">
                <a16:creationId xmlns:a16="http://schemas.microsoft.com/office/drawing/2014/main" id="{BA8475A3-3952-408D-8E93-626076E6D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3937617-0EEA-49E9-9739-9908D3BD1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6868" y="634946"/>
            <a:ext cx="4592874" cy="1450757"/>
          </a:xfrm>
        </p:spPr>
        <p:txBody>
          <a:bodyPr>
            <a:normAutofit/>
          </a:bodyPr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Kommunikáció és technológiák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32">
            <a:extLst>
              <a:ext uri="{FF2B5EF4-FFF2-40B4-BE49-F238E27FC236}">
                <a16:creationId xmlns:a16="http://schemas.microsoft.com/office/drawing/2014/main" id="{2D57056C-3580-48E4-9666-53A445F49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479458" cy="6334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41C87A45-5863-4DAD-A1ED-9DD72EF1D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21733"/>
            <a:ext cx="3057906" cy="3408237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Kép 3" descr="Discord – Letöltés és telepítés Windows rendszeren | Microsoft Store">
            <a:extLst>
              <a:ext uri="{FF2B5EF4-FFF2-40B4-BE49-F238E27FC236}">
                <a16:creationId xmlns:a16="http://schemas.microsoft.com/office/drawing/2014/main" id="{E741150A-5829-71A7-7417-90BF59797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36" y="633502"/>
            <a:ext cx="2784700" cy="2784700"/>
          </a:xfrm>
          <a:prstGeom prst="rect">
            <a:avLst/>
          </a:prstGeom>
        </p:spPr>
      </p:pic>
      <p:sp>
        <p:nvSpPr>
          <p:cNvPr id="51" name="Rectangle 36">
            <a:extLst>
              <a:ext uri="{FF2B5EF4-FFF2-40B4-BE49-F238E27FC236}">
                <a16:creationId xmlns:a16="http://schemas.microsoft.com/office/drawing/2014/main" id="{0480D754-2EAA-46BD-A784-B04FC0A6F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28588" y="321733"/>
            <a:ext cx="2567411" cy="1978453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 descr="Visual Studio Code logo landscape, tech companies, png | PNGEgg">
            <a:extLst>
              <a:ext uri="{FF2B5EF4-FFF2-40B4-BE49-F238E27FC236}">
                <a16:creationId xmlns:a16="http://schemas.microsoft.com/office/drawing/2014/main" id="{D85355F7-8BC0-37A8-57C4-4D7A2D67E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639" y="473902"/>
            <a:ext cx="1670741" cy="1670741"/>
          </a:xfrm>
          <a:prstGeom prst="rect">
            <a:avLst/>
          </a:prstGeom>
        </p:spPr>
      </p:pic>
      <p:cxnSp>
        <p:nvCxnSpPr>
          <p:cNvPr id="52" name="Straight Connector 38">
            <a:extLst>
              <a:ext uri="{FF2B5EF4-FFF2-40B4-BE49-F238E27FC236}">
                <a16:creationId xmlns:a16="http://schemas.microsoft.com/office/drawing/2014/main" id="{CF099F8D-E727-44BC-9275-1EC5736F0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46569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40">
            <a:extLst>
              <a:ext uri="{FF2B5EF4-FFF2-40B4-BE49-F238E27FC236}">
                <a16:creationId xmlns:a16="http://schemas.microsoft.com/office/drawing/2014/main" id="{14BF5C5C-12B0-46A7-8912-9751C89D4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879167"/>
            <a:ext cx="3057906" cy="2130912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Kép 6" descr="What is GitHub.. GitHub is a platform for online… | by Sameer Hussain |  Medium">
            <a:extLst>
              <a:ext uri="{FF2B5EF4-FFF2-40B4-BE49-F238E27FC236}">
                <a16:creationId xmlns:a16="http://schemas.microsoft.com/office/drawing/2014/main" id="{CDCE5BEE-3251-ECFE-2CB9-404589FDB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021" y="4427087"/>
            <a:ext cx="2732321" cy="1012780"/>
          </a:xfrm>
          <a:prstGeom prst="rect">
            <a:avLst/>
          </a:prstGeom>
        </p:spPr>
      </p:pic>
      <p:sp>
        <p:nvSpPr>
          <p:cNvPr id="54" name="Rectangle 42">
            <a:extLst>
              <a:ext uri="{FF2B5EF4-FFF2-40B4-BE49-F238E27FC236}">
                <a16:creationId xmlns:a16="http://schemas.microsoft.com/office/drawing/2014/main" id="{0EF884FC-88CB-4669-9AA4-82CBE2BC03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28588" y="2451014"/>
            <a:ext cx="2567411" cy="3532765"/>
          </a:xfrm>
          <a:prstGeom prst="rect">
            <a:avLst/>
          </a:prstGeom>
          <a:solidFill>
            <a:srgbClr val="FFFFFF"/>
          </a:solidFill>
          <a:ln w="6350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Kép 7" descr="XAMPP - Wikipedia">
            <a:extLst>
              <a:ext uri="{FF2B5EF4-FFF2-40B4-BE49-F238E27FC236}">
                <a16:creationId xmlns:a16="http://schemas.microsoft.com/office/drawing/2014/main" id="{D7270AE7-68E6-F069-E67C-AA0B51588A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4752" y="3056085"/>
            <a:ext cx="2295082" cy="2322622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8FAFD7-A0EE-4272-8CA6-CE3A4A9D1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6868" y="2198914"/>
            <a:ext cx="4592874" cy="3670180"/>
          </a:xfrm>
        </p:spPr>
        <p:txBody>
          <a:bodyPr>
            <a:normAutofit/>
          </a:bodyPr>
          <a:lstStyle/>
          <a:p>
            <a:r>
              <a:rPr lang="hu-HU" sz="1800">
                <a:latin typeface="Times New Roman" panose="02020603050405020304" pitchFamily="18" charset="0"/>
                <a:cs typeface="Times New Roman" panose="02020603050405020304" pitchFamily="18" charset="0"/>
              </a:rPr>
              <a:t>Kommunikációs technológiák: Microsoft Teams, Discord</a:t>
            </a:r>
          </a:p>
          <a:p>
            <a:r>
              <a:rPr lang="hu-HU" sz="1800">
                <a:latin typeface="Times New Roman" panose="02020603050405020304" pitchFamily="18" charset="0"/>
                <a:cs typeface="Times New Roman" panose="02020603050405020304" pitchFamily="18" charset="0"/>
              </a:rPr>
              <a:t>Szoftverek: Visual Studio Code, XAMPP, GitHub, Postman</a:t>
            </a:r>
          </a:p>
        </p:txBody>
      </p:sp>
      <p:sp>
        <p:nvSpPr>
          <p:cNvPr id="55" name="Rectangle 44">
            <a:extLst>
              <a:ext uri="{FF2B5EF4-FFF2-40B4-BE49-F238E27FC236}">
                <a16:creationId xmlns:a16="http://schemas.microsoft.com/office/drawing/2014/main" id="{1180F95C-403D-4961-9F97-F226C6878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4DD3E41-33C2-4660-BB4C-BBCF07F65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95604C9-0C5F-4077-A986-49F6027AE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spcAft>
                <a:spcPts val="600"/>
              </a:spcAft>
            </a:pPr>
            <a:fld id="{5444FD88-FB79-4B01-A96D-DDA513F5DE89}" type="slidenum">
              <a:rPr lang="hu-HU" sz="2000" dirty="0" smtClean="0"/>
              <a:pPr>
                <a:spcAft>
                  <a:spcPts val="600"/>
                </a:spcAft>
              </a:pPr>
              <a:t>6</a:t>
            </a:fld>
            <a:r>
              <a:rPr lang="hu-HU" sz="2000"/>
              <a:t>/11</a:t>
            </a:r>
            <a:endParaRPr lang="hu-HU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02010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10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2FC3ACD-20C4-4A6B-8309-708F9C797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Frontend funkciók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User Accounts on Your Website | The Ultimate Guide">
            <a:extLst>
              <a:ext uri="{FF2B5EF4-FFF2-40B4-BE49-F238E27FC236}">
                <a16:creationId xmlns:a16="http://schemas.microsoft.com/office/drawing/2014/main" id="{66BA4F1E-0E8A-67A8-E0B8-327818A832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647" r="21237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9" name="Straight Connector 12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0BB9F6D-3D7D-4107-95E7-B155B383A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>
            <a:normAutofit/>
          </a:bodyPr>
          <a:lstStyle/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és regisztráció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Termékek keresése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Vélemények írása és jelentése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Értékelések</a:t>
            </a:r>
          </a:p>
          <a:p>
            <a:pPr marL="201168" lvl="1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Könyvtáros: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Termékek kezelése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Kölcsönzés és annak kezelése</a:t>
            </a:r>
          </a:p>
          <a:p>
            <a:pPr marL="201168" lvl="1" indent="0">
              <a:buNone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Adminisztrátor: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kezelése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Vélemények kezelése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6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F688BFE-C193-4FD2-8F80-1EBEEC16E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hu-HU" sz="2000"/>
              <a:t>7/11</a:t>
            </a:r>
            <a:endParaRPr lang="hu-HU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1695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1C1428-2F34-450A-AD72-8821F6C34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Backend funkciók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 descr="Database Server Icon SVG Vector &amp; PNG Free Download | UXWing">
            <a:extLst>
              <a:ext uri="{FF2B5EF4-FFF2-40B4-BE49-F238E27FC236}">
                <a16:creationId xmlns:a16="http://schemas.microsoft.com/office/drawing/2014/main" id="{8CC2CC8B-915F-A70A-2683-51484001F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097417"/>
            <a:ext cx="3094997" cy="3108813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F9ADAB-AB5E-44D4-AA3C-A591909E9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 vert="horz" lIns="0" tIns="45720" rIns="0" bIns="45720" rtlCol="0">
            <a:normAutofit/>
          </a:bodyPr>
          <a:lstStyle/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Adatok tárolása és validálása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Kölcsönzés dátum kezelése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Könyvtári leltár kezelése kölcsönzéseket figyelembe véve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Dinamikus böngészés több paraméter alapján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F936A1E-CCAA-4A40-83FD-55EF554A9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spcAft>
                <a:spcPts val="600"/>
              </a:spcAft>
            </a:pPr>
            <a:fld id="{5444FD88-FB79-4B01-A96D-DDA513F5DE89}" type="slidenum">
              <a:rPr lang="hu-HU" sz="2000" dirty="0" smtClean="0"/>
              <a:pPr>
                <a:spcAft>
                  <a:spcPts val="600"/>
                </a:spcAft>
              </a:pPr>
              <a:t>8</a:t>
            </a:fld>
            <a:r>
              <a:rPr lang="hu-HU" sz="2000"/>
              <a:t>/11</a:t>
            </a:r>
            <a:endParaRPr lang="hu-HU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7314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65778B-9D27-4B01-84F6-3444E91F0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608CE5A-4348-42F9-9B1E-B39DD46CC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hu-HU">
                <a:latin typeface="Times New Roman"/>
                <a:cs typeface="Times New Roman"/>
              </a:rPr>
              <a:t>Bemutatot funkciók: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Bejelentkezés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Keresés-böngészés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Vélemény írás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Kölcsönzés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Vélemény bejelentés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latin typeface="Times New Roman"/>
                <a:cs typeface="Times New Roman"/>
              </a:rPr>
              <a:t>Kölcsönzés és vélemény kezelés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6017224-D18B-4405-882C-E318BCD1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9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3153495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116119-E4EB-426C-895D-61CB516FE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hu-HU">
                <a:latin typeface="Times New Roman"/>
                <a:cs typeface="Times New Roman"/>
              </a:rPr>
              <a:t>Összegzés és kitekintés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5B8120-5F93-418B-9EFC-A3E12194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hu-HU">
                <a:ea typeface="Calibri"/>
                <a:cs typeface="Calibri"/>
              </a:rPr>
              <a:t>További fejlesztési lehetőségek: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ea typeface="Calibri"/>
                <a:cs typeface="Calibri"/>
              </a:rPr>
              <a:t>Tag kezelés</a:t>
            </a:r>
            <a:endParaRPr lang="hu-HU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ea typeface="Calibri"/>
                <a:cs typeface="Calibri"/>
              </a:rPr>
              <a:t>Kívánság lista vagy kedvencek egy felhasználónak</a:t>
            </a:r>
            <a:endParaRPr lang="hu-HU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ea typeface="Calibri"/>
                <a:cs typeface="Calibri"/>
              </a:rPr>
              <a:t>Ajánlások előző kölcsönzések alapján</a:t>
            </a:r>
            <a:endParaRPr lang="hu-HU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hu-HU">
                <a:ea typeface="Calibri"/>
                <a:cs typeface="Calibri"/>
              </a:rPr>
              <a:t>Felhasználói adatok módosítása</a:t>
            </a:r>
            <a:endParaRPr lang="hu-HU" dirty="0">
              <a:ea typeface="Calibri"/>
              <a:cs typeface="Calibri"/>
            </a:endParaRPr>
          </a:p>
        </p:txBody>
      </p:sp>
      <p:pic>
        <p:nvPicPr>
          <p:cNvPr id="4" name="Kép 3" descr="3 Steps for a Successful Upgrade`">
            <a:extLst>
              <a:ext uri="{FF2B5EF4-FFF2-40B4-BE49-F238E27FC236}">
                <a16:creationId xmlns:a16="http://schemas.microsoft.com/office/drawing/2014/main" id="{BA0CD784-254A-FCAD-7303-B34227FD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46" r="15712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563A050-6BD6-4919-9F4A-61F0E692F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spcAft>
                <a:spcPts val="600"/>
              </a:spcAft>
            </a:pPr>
            <a:fld id="{5444FD88-FB79-4B01-A96D-DDA513F5DE89}" type="slidenum">
              <a:rPr lang="hu-HU" sz="2000" dirty="0" smtClean="0"/>
              <a:pPr>
                <a:spcAft>
                  <a:spcPts val="600"/>
                </a:spcAft>
              </a:pPr>
              <a:t>10</a:t>
            </a:fld>
            <a:r>
              <a:rPr lang="hu-HU" sz="2000"/>
              <a:t>/11</a:t>
            </a:r>
            <a:endParaRPr lang="hu-HU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410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974507-2F8F-4745-B2E2-799827446F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248BAF2-7751-46B2-BB65-618997B3E3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Várjuk a kérdéseket!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59F13AE-A2C5-4971-A658-103C7E51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4FD88-FB79-4B01-A96D-DDA513F5DE89}" type="slidenum">
              <a:rPr lang="hu-HU" sz="2000" smtClean="0"/>
              <a:t>11</a:t>
            </a:fld>
            <a:r>
              <a:rPr lang="hu-HU" sz="2000" dirty="0"/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19094931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160</Words>
  <Application>Microsoft Office PowerPoint</Application>
  <PresentationFormat>Szélesvásznú</PresentationFormat>
  <Paragraphs>49</Paragraphs>
  <Slides>11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2" baseType="lpstr">
      <vt:lpstr>Retrospektív</vt:lpstr>
      <vt:lpstr>Vizsgaremek - Mediahub</vt:lpstr>
      <vt:lpstr>Bevezetés</vt:lpstr>
      <vt:lpstr>Munkamegosztás</vt:lpstr>
      <vt:lpstr>Frontend tervezés</vt:lpstr>
      <vt:lpstr>Backend tervezés</vt:lpstr>
      <vt:lpstr>Kommunikáció és technológiák</vt:lpstr>
      <vt:lpstr>Frontend funkciók</vt:lpstr>
      <vt:lpstr>Backend funkciók</vt:lpstr>
      <vt:lpstr>DEMO</vt:lpstr>
      <vt:lpstr>Összegzés és kitekintés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Vizsgaremek</dc:title>
  <dc:creator>Lorant Marton</dc:creator>
  <cp:lastModifiedBy>Lorant Marton</cp:lastModifiedBy>
  <cp:revision>160</cp:revision>
  <dcterms:created xsi:type="dcterms:W3CDTF">2026-04-16T06:39:39Z</dcterms:created>
  <dcterms:modified xsi:type="dcterms:W3CDTF">2026-04-16T22:42:13Z</dcterms:modified>
</cp:coreProperties>
</file>