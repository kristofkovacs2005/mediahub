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3"/>
  </p:notesMasterIdLst>
  <p:sldIdLst>
    <p:sldId id="256" r:id="rId2"/>
    <p:sldId id="268" r:id="rId3"/>
    <p:sldId id="257" r:id="rId4"/>
    <p:sldId id="258" r:id="rId5"/>
    <p:sldId id="259" r:id="rId6"/>
    <p:sldId id="269" r:id="rId7"/>
    <p:sldId id="260" r:id="rId8"/>
    <p:sldId id="261" r:id="rId9"/>
    <p:sldId id="270" r:id="rId10"/>
    <p:sldId id="271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32" d="100"/>
          <a:sy n="32" d="100"/>
        </p:scale>
        <p:origin x="58" y="4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D3C052-CB27-4028-A25A-4D5F289868E8}" type="datetimeFigureOut">
              <a:rPr lang="hu-HU" smtClean="0"/>
              <a:t>2026. 04. 16.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1D5D83-4896-4785-8916-7DB3EED2881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113994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57D0F-CEDF-479B-AB11-379532A92D60}" type="datetime1">
              <a:rPr lang="hu-HU" smtClean="0"/>
              <a:t>2026. 04. 16.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4FD88-FB79-4B01-A96D-DDA513F5DE89}" type="slidenum">
              <a:rPr lang="hu-HU" smtClean="0"/>
              <a:t>‹#›</a:t>
            </a:fld>
            <a:endParaRPr lang="hu-H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43529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F1E79-937B-44CB-83F8-6720CEB95519}" type="datetime1">
              <a:rPr lang="hu-HU" smtClean="0"/>
              <a:t>2026. 04. 16.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4FD88-FB79-4B01-A96D-DDA513F5DE8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58296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zakaszfejléc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0BD57-9C92-4A95-B0A6-3D2A47F51872}" type="datetime1">
              <a:rPr lang="hu-HU" smtClean="0"/>
              <a:t>2026. 04. 16.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4FD88-FB79-4B01-A96D-DDA513F5DE89}" type="slidenum">
              <a:rPr lang="hu-HU" smtClean="0"/>
              <a:t>‹#›</a:t>
            </a:fld>
            <a:endParaRPr lang="hu-H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0180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951C72-DD6C-4D4F-8D03-4644276DCD7D}" type="datetime1">
              <a:rPr lang="hu-HU" smtClean="0"/>
              <a:t>2026. 04. 16.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4FD88-FB79-4B01-A96D-DDA513F5DE8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51441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8ECA09-8751-4804-9208-8C466819B8F3}" type="datetime1">
              <a:rPr lang="hu-HU" smtClean="0"/>
              <a:t>2026. 04. 16.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4FD88-FB79-4B01-A96D-DDA513F5DE8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37481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A49650-267E-4904-A04E-318A12A4E25F}" type="datetime1">
              <a:rPr lang="hu-HU" smtClean="0"/>
              <a:t>2026. 04. 16.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4FD88-FB79-4B01-A96D-DDA513F5DE8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444679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30FA0-4080-443F-BE69-875E754EBDBF}" type="datetime1">
              <a:rPr lang="hu-HU" smtClean="0"/>
              <a:t>2026. 04. 16.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4FD88-FB79-4B01-A96D-DDA513F5DE8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597787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44B5EC02-9EAC-4D31-B98B-1C226914C26D}" type="datetime1">
              <a:rPr lang="hu-HU" smtClean="0"/>
              <a:t>2026. 04. 16.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444FD88-FB79-4B01-A96D-DDA513F5DE8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596920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AC3778-5136-4DF1-A670-856DC4BFD511}" type="datetime1">
              <a:rPr lang="hu-HU" smtClean="0"/>
              <a:t>2026. 04. 16.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4FD88-FB79-4B01-A96D-DDA513F5DE8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95528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8744B-D1E8-4607-ABE5-FB5989CEE3C6}" type="datetime1">
              <a:rPr lang="hu-HU" smtClean="0"/>
              <a:t>2026. 04. 16.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4FD88-FB79-4B01-A96D-DDA513F5DE8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357491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4CE5B-C0C6-439B-9A19-0734074473B8}" type="datetime1">
              <a:rPr lang="hu-HU" smtClean="0"/>
              <a:t>2026. 04. 16.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4FD88-FB79-4B01-A96D-DDA513F5DE8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138339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E45BD114-17AA-4884-82B0-88FBE7BF7E27}" type="datetime1">
              <a:rPr lang="hu-HU" smtClean="0"/>
              <a:t>2026. 04. 16.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5444FD88-FB79-4B01-A96D-DDA513F5DE89}" type="slidenum">
              <a:rPr lang="hu-HU" smtClean="0"/>
              <a:t>‹#›</a:t>
            </a:fld>
            <a:endParaRPr lang="hu-H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34531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49E441-645E-458D-B50C-4F9BE7C9B9E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hu-HU" sz="7200">
                <a:latin typeface="Times New Roman" panose="02020603050405020304" pitchFamily="18" charset="0"/>
                <a:cs typeface="Times New Roman" panose="02020603050405020304" pitchFamily="18" charset="0"/>
              </a:rPr>
              <a:t>Vizsgaremek - Mediahub</a:t>
            </a:r>
            <a:endParaRPr lang="hu-HU" sz="7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2BC4E2D0-1598-4790-BC4A-3C9AFFCB14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643428"/>
          </a:xfrm>
        </p:spPr>
        <p:txBody>
          <a:bodyPr>
            <a:normAutofit lnSpcReduction="10000"/>
          </a:bodyPr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Konzulensek: Dorogházi Donát, Gombos Szabolcs</a:t>
            </a:r>
          </a:p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Tagok: Lóránt Márton, Kovács Kristóf</a:t>
            </a:r>
          </a:p>
          <a:p>
            <a:r>
              <a:rPr lang="hu-H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bmszc</a:t>
            </a: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bolyai János műszaki technikum és kollégium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091947A-AE54-4945-95ED-4B3A26A95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4FD88-FB79-4B01-A96D-DDA513F5DE89}" type="slidenum">
              <a:rPr lang="hu-HU" sz="2000" smtClean="0"/>
              <a:t>1</a:t>
            </a:fld>
            <a:r>
              <a:rPr lang="hu-HU" sz="2000" dirty="0"/>
              <a:t>/11</a:t>
            </a:r>
          </a:p>
        </p:txBody>
      </p:sp>
      <p:pic>
        <p:nvPicPr>
          <p:cNvPr id="1026" name="Picture 2" descr="https://bolyai-bp.edu.hu/wp-content/uploads/2021/12/bolyai_logo_technikum_vektoros.png">
            <a:extLst>
              <a:ext uri="{FF2B5EF4-FFF2-40B4-BE49-F238E27FC236}">
                <a16:creationId xmlns:a16="http://schemas.microsoft.com/office/drawing/2014/main" id="{F7235305-FC19-4183-BD61-EB5D332A22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47" y="5277334"/>
            <a:ext cx="944833" cy="9398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64093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2A211AF-0F31-42ED-85DC-F475EFB02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>
                <a:latin typeface="Times New Roman" panose="02020603050405020304" pitchFamily="18" charset="0"/>
                <a:cs typeface="Times New Roman" panose="02020603050405020304" pitchFamily="18" charset="0"/>
              </a:rPr>
              <a:t>Bevezetés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5DEA170-EFCD-400D-BF22-700C61AFF9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01168" lvl="1" indent="0">
              <a:buNone/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Probléma:</a:t>
            </a:r>
          </a:p>
          <a:p>
            <a:pPr lvl="1"/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kisebb könyvtárak, könyvesboltok és multimédiaboltok digitális elérésének hiánya.</a:t>
            </a:r>
          </a:p>
          <a:p>
            <a:pPr marL="201168" lvl="1" indent="0">
              <a:buNone/>
            </a:pPr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4690182-5239-40F4-B4A0-5717E8C44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4FD88-FB79-4B01-A96D-DDA513F5DE89}" type="slidenum">
              <a:rPr lang="hu-HU" sz="2000" smtClean="0"/>
              <a:t>2</a:t>
            </a:fld>
            <a:r>
              <a:rPr lang="hu-HU" sz="2000" dirty="0"/>
              <a:t>/11</a:t>
            </a:r>
          </a:p>
        </p:txBody>
      </p:sp>
    </p:spTree>
    <p:extLst>
      <p:ext uri="{BB962C8B-B14F-4D97-AF65-F5344CB8AC3E}">
        <p14:creationId xmlns:p14="http://schemas.microsoft.com/office/powerpoint/2010/main" val="20373881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D0C5D4E-4A08-4C89-B934-0742DA31B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>
                <a:latin typeface="Times New Roman" panose="02020603050405020304" pitchFamily="18" charset="0"/>
                <a:cs typeface="Times New Roman" panose="02020603050405020304" pitchFamily="18" charset="0"/>
              </a:rPr>
              <a:t>Munkamegosztás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C53C302-C1B7-4ACF-A34E-F3C55D2425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>
                <a:latin typeface="Times New Roman" panose="02020603050405020304" pitchFamily="18" charset="0"/>
                <a:cs typeface="Times New Roman" panose="02020603050405020304" pitchFamily="18" charset="0"/>
              </a:rPr>
              <a:t>Frontend: Lóránt Márton</a:t>
            </a:r>
          </a:p>
          <a:p>
            <a:r>
              <a:rPr lang="hu-HU">
                <a:latin typeface="Times New Roman" panose="02020603050405020304" pitchFamily="18" charset="0"/>
                <a:cs typeface="Times New Roman" panose="02020603050405020304" pitchFamily="18" charset="0"/>
              </a:rPr>
              <a:t>Backend, adatbázis: Kovács Kristóf</a:t>
            </a:r>
          </a:p>
          <a:p>
            <a:r>
              <a:rPr lang="hu-HU">
                <a:latin typeface="Times New Roman" panose="02020603050405020304" pitchFamily="18" charset="0"/>
                <a:cs typeface="Times New Roman" panose="02020603050405020304" pitchFamily="18" charset="0"/>
              </a:rPr>
              <a:t>Tesztelés:</a:t>
            </a:r>
          </a:p>
          <a:p>
            <a:pPr lvl="1"/>
            <a:r>
              <a:rPr lang="hu-HU">
                <a:latin typeface="Times New Roman" panose="02020603050405020304" pitchFamily="18" charset="0"/>
                <a:cs typeface="Times New Roman" panose="02020603050405020304" pitchFamily="18" charset="0"/>
              </a:rPr>
              <a:t>Frontend: Lóránt Márton</a:t>
            </a:r>
          </a:p>
          <a:p>
            <a:pPr lvl="1"/>
            <a:r>
              <a:rPr lang="hu-HU">
                <a:latin typeface="Times New Roman" panose="02020603050405020304" pitchFamily="18" charset="0"/>
                <a:cs typeface="Times New Roman" panose="02020603050405020304" pitchFamily="18" charset="0"/>
              </a:rPr>
              <a:t>Backend: Kovács Kristóf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466189B-5324-434F-9225-ED8B24C43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4FD88-FB79-4B01-A96D-DDA513F5DE89}" type="slidenum">
              <a:rPr lang="hu-HU" sz="2000" smtClean="0"/>
              <a:t>3</a:t>
            </a:fld>
            <a:r>
              <a:rPr lang="hu-HU" sz="2000" dirty="0"/>
              <a:t>/11</a:t>
            </a:r>
          </a:p>
        </p:txBody>
      </p:sp>
    </p:spTree>
    <p:extLst>
      <p:ext uri="{BB962C8B-B14F-4D97-AF65-F5344CB8AC3E}">
        <p14:creationId xmlns:p14="http://schemas.microsoft.com/office/powerpoint/2010/main" val="38446376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76A1B18-3F02-4F37-B706-667537424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>
                <a:latin typeface="Times New Roman" panose="02020603050405020304" pitchFamily="18" charset="0"/>
                <a:cs typeface="Times New Roman" panose="02020603050405020304" pitchFamily="18" charset="0"/>
              </a:rPr>
              <a:t>Frontend tervezés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979FD1C-F380-4CCC-AB29-A23481993B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Technológia </a:t>
            </a:r>
            <a:r>
              <a:rPr lang="hu-H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stack</a:t>
            </a: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React.js, </a:t>
            </a:r>
            <a:r>
              <a:rPr lang="hu-H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Vite</a:t>
            </a: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CSS, JavaScript, </a:t>
            </a:r>
            <a:r>
              <a:rPr lang="hu-H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Cypress</a:t>
            </a: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hu-H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Jest</a:t>
            </a: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Docker, </a:t>
            </a:r>
            <a:r>
              <a:rPr lang="hu-H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Typescript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Libraries</a:t>
            </a: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hu-H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EmailJS</a:t>
            </a: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Chart.JS</a:t>
            </a:r>
          </a:p>
          <a:p>
            <a:pPr marL="0" indent="0">
              <a:buNone/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C7B35AC-401D-4E50-822F-C7C0D445A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4FD88-FB79-4B01-A96D-DDA513F5DE89}" type="slidenum">
              <a:rPr lang="hu-HU" sz="2000" smtClean="0"/>
              <a:t>4</a:t>
            </a:fld>
            <a:r>
              <a:rPr lang="hu-HU" sz="2000" dirty="0"/>
              <a:t>/11</a:t>
            </a:r>
          </a:p>
        </p:txBody>
      </p:sp>
    </p:spTree>
    <p:extLst>
      <p:ext uri="{BB962C8B-B14F-4D97-AF65-F5344CB8AC3E}">
        <p14:creationId xmlns:p14="http://schemas.microsoft.com/office/powerpoint/2010/main" val="15890875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A0062F5-E465-40DB-86CC-F0A4991EAB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>
                <a:latin typeface="Times New Roman" panose="02020603050405020304" pitchFamily="18" charset="0"/>
                <a:cs typeface="Times New Roman" panose="02020603050405020304" pitchFamily="18" charset="0"/>
              </a:rPr>
              <a:t>Backend tervezés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4BA76F5-83C5-4D53-A31F-563A4745C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4FD88-FB79-4B01-A96D-DDA513F5DE89}" type="slidenum">
              <a:rPr lang="hu-HU" sz="2000" smtClean="0"/>
              <a:t>5</a:t>
            </a:fld>
            <a:r>
              <a:rPr lang="hu-HU" sz="2000" dirty="0"/>
              <a:t>/11</a:t>
            </a:r>
          </a:p>
        </p:txBody>
      </p:sp>
      <p:pic>
        <p:nvPicPr>
          <p:cNvPr id="4" name="Tartalom helye 4">
            <a:extLst>
              <a:ext uri="{FF2B5EF4-FFF2-40B4-BE49-F238E27FC236}">
                <a16:creationId xmlns:a16="http://schemas.microsoft.com/office/drawing/2014/main" id="{4DCC093D-93FA-252E-CFF6-7E74201B811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280" y="1920239"/>
            <a:ext cx="6977058" cy="4022725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87EA4736-C0BC-0BD7-C362-264F39BBA9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60765" y="568959"/>
            <a:ext cx="2826763" cy="5556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21750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3937617-0EEA-49E9-9739-9908D3BD1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>
                <a:latin typeface="Times New Roman" panose="02020603050405020304" pitchFamily="18" charset="0"/>
                <a:cs typeface="Times New Roman" panose="02020603050405020304" pitchFamily="18" charset="0"/>
              </a:rPr>
              <a:t>Kommunikáció és technológiák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F8FAFD7-A0EE-4272-8CA6-CE3A4A9D1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Kommunikációs technológiák: Microsoft </a:t>
            </a:r>
            <a:r>
              <a:rPr lang="hu-H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Teams</a:t>
            </a: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hu-H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Discord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Szoftverek: Visual </a:t>
            </a:r>
            <a:r>
              <a:rPr lang="hu-H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Studio</a:t>
            </a: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Code</a:t>
            </a: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XAMPP, GitHub, Postman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95604C9-0C5F-4077-A986-49F6027AE4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4FD88-FB79-4B01-A96D-DDA513F5DE89}" type="slidenum">
              <a:rPr lang="hu-HU" sz="2000" smtClean="0"/>
              <a:t>6</a:t>
            </a:fld>
            <a:r>
              <a:rPr lang="hu-HU" sz="2000" dirty="0"/>
              <a:t>/11</a:t>
            </a:r>
          </a:p>
        </p:txBody>
      </p:sp>
    </p:spTree>
    <p:extLst>
      <p:ext uri="{BB962C8B-B14F-4D97-AF65-F5344CB8AC3E}">
        <p14:creationId xmlns:p14="http://schemas.microsoft.com/office/powerpoint/2010/main" val="19020108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2FC3ACD-20C4-4A6B-8309-708F9C797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>
                <a:latin typeface="Times New Roman" panose="02020603050405020304" pitchFamily="18" charset="0"/>
                <a:cs typeface="Times New Roman" panose="02020603050405020304" pitchFamily="18" charset="0"/>
              </a:rPr>
              <a:t>Frontend funkciók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0BB9F6D-3D7D-4107-95E7-B155B383AE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Bejelentkezés és regisztráció</a:t>
            </a:r>
          </a:p>
          <a:p>
            <a:pPr lvl="1"/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Termékek keresése</a:t>
            </a:r>
          </a:p>
          <a:p>
            <a:pPr lvl="1"/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Vélemények írása és jelentése</a:t>
            </a:r>
          </a:p>
          <a:p>
            <a:pPr lvl="1"/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Értékelések</a:t>
            </a:r>
          </a:p>
          <a:p>
            <a:pPr marL="201168" lvl="1" indent="0">
              <a:buNone/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Könyvtáros:</a:t>
            </a:r>
          </a:p>
          <a:p>
            <a:pPr lvl="1"/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Termékek kezelése</a:t>
            </a:r>
          </a:p>
          <a:p>
            <a:pPr lvl="1"/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Kölcsönzés és annak kezelése</a:t>
            </a:r>
          </a:p>
          <a:p>
            <a:pPr marL="201168" lvl="1" indent="0">
              <a:buNone/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Adminisztrátor:</a:t>
            </a:r>
          </a:p>
          <a:p>
            <a:pPr lvl="1"/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Felhasználók kezelése</a:t>
            </a:r>
          </a:p>
          <a:p>
            <a:pPr lvl="1"/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Vélemények kezelése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F688BFE-C193-4FD2-8F80-1EBEEC16EF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hu-HU" sz="2000" dirty="0"/>
              <a:t>7/11</a:t>
            </a:r>
          </a:p>
        </p:txBody>
      </p:sp>
    </p:spTree>
    <p:extLst>
      <p:ext uri="{BB962C8B-B14F-4D97-AF65-F5344CB8AC3E}">
        <p14:creationId xmlns:p14="http://schemas.microsoft.com/office/powerpoint/2010/main" val="17716951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51C1428-2F34-450A-AD72-8821F6C34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>
                <a:latin typeface="Times New Roman" panose="02020603050405020304" pitchFamily="18" charset="0"/>
                <a:cs typeface="Times New Roman" panose="02020603050405020304" pitchFamily="18" charset="0"/>
              </a:rPr>
              <a:t>Backend funkciók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3F9ADAB-AB5E-44D4-AA3C-A591909E93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Courier New" panose="02070309020205020404" pitchFamily="49" charset="0"/>
              <a:buChar char="o"/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Eltárolja az összes releváns adatokat és </a:t>
            </a:r>
            <a:r>
              <a:rPr lang="hu-H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validálja</a:t>
            </a: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azokat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Kezeli a kölcsönzés dátumait és frissíti ez alapján az adatbázist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Kezeli a könyvtár leltárját a  kölcsönzéseket figyelembe véve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Lehetővé teszi a dinamikus böngészést több paraméter alapján</a:t>
            </a:r>
          </a:p>
          <a:p>
            <a:endParaRPr lang="hu-HU" dirty="0"/>
          </a:p>
          <a:p>
            <a:endParaRPr lang="hu-HU" dirty="0"/>
          </a:p>
          <a:p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F936A1E-CCAA-4A40-83FD-55EF554A9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4FD88-FB79-4B01-A96D-DDA513F5DE89}" type="slidenum">
              <a:rPr lang="hu-HU" sz="2000" smtClean="0"/>
              <a:t>8</a:t>
            </a:fld>
            <a:r>
              <a:rPr lang="hu-HU" sz="2000" dirty="0"/>
              <a:t>/11</a:t>
            </a:r>
          </a:p>
        </p:txBody>
      </p:sp>
    </p:spTree>
    <p:extLst>
      <p:ext uri="{BB962C8B-B14F-4D97-AF65-F5344CB8AC3E}">
        <p14:creationId xmlns:p14="http://schemas.microsoft.com/office/powerpoint/2010/main" val="8273149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965778B-9D27-4B01-84F6-3444E91F0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608CE5A-4348-42F9-9B1E-B39DD46CCE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Courier New" panose="02070309020205020404" pitchFamily="49" charset="0"/>
              <a:buChar char="o"/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bejelentkezés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keresés és böngészés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vélemény írás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kölcsönzés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vélemény bejelentés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kölcsönzés és vélemény kezelés</a:t>
            </a:r>
          </a:p>
          <a:p>
            <a:pPr marL="0" indent="0">
              <a:buNone/>
            </a:pP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6017224-D18B-4405-882C-E318BCD18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4FD88-FB79-4B01-A96D-DDA513F5DE89}" type="slidenum">
              <a:rPr lang="hu-HU" sz="2000" smtClean="0"/>
              <a:t>9</a:t>
            </a:fld>
            <a:r>
              <a:rPr lang="hu-HU" sz="2000" dirty="0"/>
              <a:t>/11</a:t>
            </a:r>
          </a:p>
        </p:txBody>
      </p:sp>
    </p:spTree>
    <p:extLst>
      <p:ext uri="{BB962C8B-B14F-4D97-AF65-F5344CB8AC3E}">
        <p14:creationId xmlns:p14="http://schemas.microsoft.com/office/powerpoint/2010/main" val="31534959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E116119-E4EB-426C-895D-61CB516FE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Összegzés és kitekintés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05B8120-5F93-418B-9EFC-A3E1219404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Továbbfejlesztési lehetőségek: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Tag kezelés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Kívánság lista vagy „kedvencek” egy felhasználónak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Ajánlások előző kölcsönzések alapján</a:t>
            </a:r>
          </a:p>
          <a:p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563A050-6BD6-4919-9F4A-61F0E692FC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4FD88-FB79-4B01-A96D-DDA513F5DE89}" type="slidenum">
              <a:rPr lang="hu-HU" sz="2000" smtClean="0"/>
              <a:t>10</a:t>
            </a:fld>
            <a:r>
              <a:rPr lang="hu-HU" sz="2000" dirty="0"/>
              <a:t>/11</a:t>
            </a:r>
          </a:p>
        </p:txBody>
      </p:sp>
    </p:spTree>
    <p:extLst>
      <p:ext uri="{BB962C8B-B14F-4D97-AF65-F5344CB8AC3E}">
        <p14:creationId xmlns:p14="http://schemas.microsoft.com/office/powerpoint/2010/main" val="2254109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A974507-2F8F-4745-B2E2-799827446F1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>
                <a:latin typeface="Times New Roman" panose="02020603050405020304" pitchFamily="18" charset="0"/>
                <a:cs typeface="Times New Roman" panose="02020603050405020304" pitchFamily="18" charset="0"/>
              </a:rPr>
              <a:t>Köszönjük a figyelmet!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4248BAF2-7751-46B2-BB65-618997B3E3D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Várjuk a kérdéseket!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59F13AE-A2C5-4971-A658-103C7E511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4FD88-FB79-4B01-A96D-DDA513F5DE89}" type="slidenum">
              <a:rPr lang="hu-HU" sz="2000" smtClean="0"/>
              <a:t>11</a:t>
            </a:fld>
            <a:r>
              <a:rPr lang="hu-HU" sz="2000" dirty="0"/>
              <a:t>/11</a:t>
            </a:r>
          </a:p>
        </p:txBody>
      </p:sp>
    </p:spTree>
    <p:extLst>
      <p:ext uri="{BB962C8B-B14F-4D97-AF65-F5344CB8AC3E}">
        <p14:creationId xmlns:p14="http://schemas.microsoft.com/office/powerpoint/2010/main" val="1909493168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ktív">
  <a:themeElements>
    <a:clrScheme name="Retrospektív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ktív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ktív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36</TotalTime>
  <Words>227</Words>
  <Application>Microsoft Office PowerPoint</Application>
  <PresentationFormat>Szélesvásznú</PresentationFormat>
  <Paragraphs>63</Paragraphs>
  <Slides>11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11</vt:i4>
      </vt:variant>
    </vt:vector>
  </HeadingPairs>
  <TitlesOfParts>
    <vt:vector size="16" baseType="lpstr">
      <vt:lpstr>Calibri</vt:lpstr>
      <vt:lpstr>Calibri Light</vt:lpstr>
      <vt:lpstr>Courier New</vt:lpstr>
      <vt:lpstr>Times New Roman</vt:lpstr>
      <vt:lpstr>Retrospektív</vt:lpstr>
      <vt:lpstr>Vizsgaremek - Mediahub</vt:lpstr>
      <vt:lpstr>Bevezetés</vt:lpstr>
      <vt:lpstr>Munkamegosztás</vt:lpstr>
      <vt:lpstr>Frontend tervezés</vt:lpstr>
      <vt:lpstr>Backend tervezés</vt:lpstr>
      <vt:lpstr>Kommunikáció és technológiák</vt:lpstr>
      <vt:lpstr>Frontend funkciók</vt:lpstr>
      <vt:lpstr>Backend funkciók</vt:lpstr>
      <vt:lpstr>DEMO</vt:lpstr>
      <vt:lpstr>Összegzés és kitekintés</vt:lpstr>
      <vt:lpstr>Köszönjük a figyelmet!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Vizsgaremek</dc:title>
  <dc:creator>Lorant Marton</dc:creator>
  <cp:lastModifiedBy>Kristóf Kovács</cp:lastModifiedBy>
  <cp:revision>8</cp:revision>
  <dcterms:created xsi:type="dcterms:W3CDTF">2026-04-16T06:39:39Z</dcterms:created>
  <dcterms:modified xsi:type="dcterms:W3CDTF">2026-04-16T19:44:58Z</dcterms:modified>
</cp:coreProperties>
</file>